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96" r:id="rId46"/>
    <p:sldId id="294" r:id="rId44"/>
    <p:sldId id="270" r:id="rId20"/>
    <p:sldId id="271" r:id="rId21"/>
    <p:sldId id="274" r:id="rId24"/>
    <p:sldId id="275" r:id="rId25"/>
    <p:sldId id="276" r:id="rId26"/>
    <p:sldId id="297" r:id="rId47"/>
    <p:sldId id="280" r:id="rId30"/>
    <p:sldId id="295" r:id="rId45"/>
    <p:sldId id="279" r:id="rId29"/>
    <p:sldId id="278" r:id="rId28"/>
    <p:sldId id="281" r:id="rId31"/>
    <p:sldId id="298" r:id="rId48"/>
    <p:sldId id="299" r:id="rId49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597">
          <p15:clr>
            <a:srgbClr val="A4A3A4"/>
          </p15:clr>
        </p15:guide>
        <p15:guide id="2" pos="3591">
          <p15:clr>
            <a:srgbClr val="A4A3A4"/>
          </p15:clr>
        </p15:guide>
        <p15:guide id="3" pos="5496">
          <p15:clr>
            <a:srgbClr val="A4A3A4"/>
          </p15:clr>
        </p15:guide>
        <p15:guide id="4" pos="4112">
          <p15:clr>
            <a:srgbClr val="A4A3A4"/>
          </p15:clr>
        </p15:guide>
        <p15:guide id="5" pos="393">
          <p15:clr>
            <a:srgbClr val="A4A3A4"/>
          </p15:clr>
        </p15:guide>
        <p15:guide id="6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97"/>
        <p:guide pos="3591"/>
        <p:guide pos="5496"/>
        <p:guide pos="4112"/>
        <p:guide pos="393"/>
        <p:guide pos="2160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0" name="Google Shape;23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7" name="Google Shape;23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5" name="Google Shape;25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3" name="Google Shape;273;p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2" name="Google Shape;29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5" name="Google Shape;30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1" name="Google Shape;33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2" name="Google Shape;35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5" name="Google Shape;37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1" name="Google Shape;40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4" name="Google Shape;42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0" name="Google Shape;45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3" name="Google Shape;47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4" name="Google Shape;49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7" name="Google Shape;51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1" name="Google Shape;53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7" name="Google Shape;567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1" name="Google Shape;581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5" name="Google Shape;595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3" name="Google Shape;613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7" name="Google Shape;627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1" name="Google Shape;641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5" name="Google Shape;655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7" name="Google Shape;667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1" name="Google Shape;681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7" name="Google Shape;697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3" name="Google Shape;713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5" name="Google Shape;765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3" name="Google Shape;783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8" name="Google Shape;808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4" name="Google Shape;824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8" name="Google Shape;838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4" name="Google Shape;854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7" name="Google Shape;867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>
  <p:cSld name="Титульный слайд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0" y="4323440"/>
            <a:ext cx="8930641" cy="8270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800"/>
              <a:buFont typeface="Montserrat"/>
              <a:buNone/>
              <a:defRPr sz="2800">
                <a:solidFill>
                  <a:srgbClr val="F2F2F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0" y="5149851"/>
            <a:ext cx="8930641" cy="757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Описание команды">
  <p:cSld name="1_Описание команды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/>
          <p:nvPr>
            <p:ph idx="2" type="pic"/>
          </p:nvPr>
        </p:nvSpPr>
        <p:spPr>
          <a:xfrm>
            <a:off x="6894095" y="1044081"/>
            <a:ext cx="4962943" cy="2221824"/>
          </a:xfrm>
          <a:prstGeom prst="rect">
            <a:avLst/>
          </a:prstGeom>
          <a:noFill/>
          <a:ln>
            <a:noFill/>
          </a:ln>
        </p:spPr>
      </p:sp>
      <p:sp>
        <p:nvSpPr>
          <p:cNvPr id="20" name="Google Shape;20;p3"/>
          <p:cNvSpPr txBox="1"/>
          <p:nvPr>
            <p:ph type="title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97"/>
              <a:buFont typeface="Montserrat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Команда">
  <p:cSld name="Команда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5" name="Google Shape;25;p4"/>
          <p:cNvSpPr txBox="1"/>
          <p:nvPr>
            <p:ph type="title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97"/>
              <a:buFont typeface="Montserrat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2" type="body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3" type="body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4" type="body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5" type="body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одержание_1">
  <p:cSld name="Содержание_1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1873541" y="1222713"/>
            <a:ext cx="3866856" cy="4236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1873544" y="1790324"/>
            <a:ext cx="3866856" cy="67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3" type="body"/>
          </p:nvPr>
        </p:nvSpPr>
        <p:spPr>
          <a:xfrm>
            <a:off x="1854185" y="2826697"/>
            <a:ext cx="3866856" cy="4037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4" type="body"/>
          </p:nvPr>
        </p:nvSpPr>
        <p:spPr>
          <a:xfrm>
            <a:off x="1854185" y="3374436"/>
            <a:ext cx="3866856" cy="67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5" type="body"/>
          </p:nvPr>
        </p:nvSpPr>
        <p:spPr>
          <a:xfrm>
            <a:off x="1854185" y="4410809"/>
            <a:ext cx="3866856" cy="403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6" type="body"/>
          </p:nvPr>
        </p:nvSpPr>
        <p:spPr>
          <a:xfrm>
            <a:off x="1854185" y="4958548"/>
            <a:ext cx="3866856" cy="67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7" type="body"/>
          </p:nvPr>
        </p:nvSpPr>
        <p:spPr>
          <a:xfrm>
            <a:off x="7546648" y="1222713"/>
            <a:ext cx="3866856" cy="4236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8" type="body"/>
          </p:nvPr>
        </p:nvSpPr>
        <p:spPr>
          <a:xfrm>
            <a:off x="7546651" y="1790324"/>
            <a:ext cx="3866856" cy="67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9" type="body"/>
          </p:nvPr>
        </p:nvSpPr>
        <p:spPr>
          <a:xfrm>
            <a:off x="7527292" y="2826697"/>
            <a:ext cx="3866856" cy="4037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3" type="body"/>
          </p:nvPr>
        </p:nvSpPr>
        <p:spPr>
          <a:xfrm>
            <a:off x="7527292" y="3374436"/>
            <a:ext cx="3866856" cy="67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5"/>
          <p:cNvSpPr txBox="1"/>
          <p:nvPr>
            <p:ph idx="14" type="body"/>
          </p:nvPr>
        </p:nvSpPr>
        <p:spPr>
          <a:xfrm>
            <a:off x="7527292" y="4410809"/>
            <a:ext cx="3866856" cy="403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5"/>
          <p:cNvSpPr txBox="1"/>
          <p:nvPr>
            <p:ph idx="15" type="body"/>
          </p:nvPr>
        </p:nvSpPr>
        <p:spPr>
          <a:xfrm>
            <a:off x="7527292" y="4958548"/>
            <a:ext cx="3866856" cy="67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5"/>
          <p:cNvSpPr txBox="1"/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"/>
          <p:cNvSpPr txBox="1"/>
          <p:nvPr>
            <p:ph idx="16" type="body"/>
          </p:nvPr>
        </p:nvSpPr>
        <p:spPr>
          <a:xfrm>
            <a:off x="778493" y="1187988"/>
            <a:ext cx="771003" cy="4236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0" sz="28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5"/>
          <p:cNvSpPr txBox="1"/>
          <p:nvPr>
            <p:ph idx="17" type="body"/>
          </p:nvPr>
        </p:nvSpPr>
        <p:spPr>
          <a:xfrm>
            <a:off x="759137" y="2791972"/>
            <a:ext cx="771003" cy="4037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0" sz="28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5"/>
          <p:cNvSpPr txBox="1"/>
          <p:nvPr>
            <p:ph idx="18" type="body"/>
          </p:nvPr>
        </p:nvSpPr>
        <p:spPr>
          <a:xfrm>
            <a:off x="759137" y="4376084"/>
            <a:ext cx="771003" cy="403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0" sz="28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idx="19" type="body"/>
          </p:nvPr>
        </p:nvSpPr>
        <p:spPr>
          <a:xfrm>
            <a:off x="6451600" y="1187988"/>
            <a:ext cx="771003" cy="4236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0" sz="28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5"/>
          <p:cNvSpPr txBox="1"/>
          <p:nvPr>
            <p:ph idx="20" type="body"/>
          </p:nvPr>
        </p:nvSpPr>
        <p:spPr>
          <a:xfrm>
            <a:off x="6432244" y="2791972"/>
            <a:ext cx="771003" cy="4037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0" sz="28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5"/>
          <p:cNvSpPr txBox="1"/>
          <p:nvPr>
            <p:ph idx="21" type="body"/>
          </p:nvPr>
        </p:nvSpPr>
        <p:spPr>
          <a:xfrm>
            <a:off x="6432244" y="4376084"/>
            <a:ext cx="771003" cy="403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0" sz="28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роблема и решение">
  <p:cSld name="Проблема и решение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6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58" name="Google Shape;58;p6"/>
          <p:cNvSpPr txBox="1"/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6"/>
          <p:cNvSpPr/>
          <p:nvPr>
            <p:ph idx="1" type="body"/>
          </p:nvPr>
        </p:nvSpPr>
        <p:spPr>
          <a:xfrm>
            <a:off x="517027" y="3810175"/>
            <a:ext cx="3264113" cy="2375115"/>
          </a:xfrm>
          <a:prstGeom prst="roundRect">
            <a:avLst>
              <a:gd fmla="val 101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49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6"/>
          <p:cNvSpPr/>
          <p:nvPr>
            <p:ph idx="2" type="body"/>
          </p:nvPr>
        </p:nvSpPr>
        <p:spPr>
          <a:xfrm>
            <a:off x="4464542" y="3810175"/>
            <a:ext cx="3264113" cy="2375115"/>
          </a:xfrm>
          <a:prstGeom prst="roundRect">
            <a:avLst>
              <a:gd fmla="val 101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49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6"/>
          <p:cNvSpPr/>
          <p:nvPr>
            <p:ph idx="3" type="body"/>
          </p:nvPr>
        </p:nvSpPr>
        <p:spPr>
          <a:xfrm>
            <a:off x="8385481" y="3810175"/>
            <a:ext cx="3264113" cy="2375115"/>
          </a:xfrm>
          <a:prstGeom prst="roundRect">
            <a:avLst>
              <a:gd fmla="val 101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49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6"/>
          <p:cNvSpPr/>
          <p:nvPr>
            <p:ph idx="4" type="body"/>
          </p:nvPr>
        </p:nvSpPr>
        <p:spPr>
          <a:xfrm>
            <a:off x="517027" y="3252336"/>
            <a:ext cx="3264113" cy="391783"/>
          </a:xfrm>
          <a:prstGeom prst="roundRect">
            <a:avLst>
              <a:gd fmla="val 10167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6"/>
          <p:cNvSpPr/>
          <p:nvPr>
            <p:ph idx="5" type="body"/>
          </p:nvPr>
        </p:nvSpPr>
        <p:spPr>
          <a:xfrm>
            <a:off x="4464542" y="3252336"/>
            <a:ext cx="3264113" cy="391783"/>
          </a:xfrm>
          <a:prstGeom prst="roundRect">
            <a:avLst>
              <a:gd fmla="val 10167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6"/>
          <p:cNvSpPr/>
          <p:nvPr>
            <p:ph idx="6" type="body"/>
          </p:nvPr>
        </p:nvSpPr>
        <p:spPr>
          <a:xfrm>
            <a:off x="8385481" y="3252336"/>
            <a:ext cx="3264113" cy="391783"/>
          </a:xfrm>
          <a:prstGeom prst="roundRect">
            <a:avLst>
              <a:gd fmla="val 10167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нкты">
  <p:cSld name="Пункты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7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7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7"/>
          <p:cNvSpPr txBox="1"/>
          <p:nvPr>
            <p:ph idx="1" type="body"/>
          </p:nvPr>
        </p:nvSpPr>
        <p:spPr>
          <a:xfrm>
            <a:off x="1994303" y="2973742"/>
            <a:ext cx="2190810" cy="9105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52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" name="Google Shape;70;p7"/>
          <p:cNvSpPr txBox="1"/>
          <p:nvPr>
            <p:ph idx="2" type="body"/>
          </p:nvPr>
        </p:nvSpPr>
        <p:spPr>
          <a:xfrm>
            <a:off x="6662924" y="1588128"/>
            <a:ext cx="4902200" cy="71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52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7"/>
          <p:cNvSpPr txBox="1"/>
          <p:nvPr>
            <p:ph idx="3" type="body"/>
          </p:nvPr>
        </p:nvSpPr>
        <p:spPr>
          <a:xfrm>
            <a:off x="6662924" y="2445138"/>
            <a:ext cx="4902200" cy="71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52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7"/>
          <p:cNvSpPr txBox="1"/>
          <p:nvPr>
            <p:ph idx="4" type="body"/>
          </p:nvPr>
        </p:nvSpPr>
        <p:spPr>
          <a:xfrm>
            <a:off x="6662924" y="3302147"/>
            <a:ext cx="4902200" cy="71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52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7"/>
          <p:cNvSpPr txBox="1"/>
          <p:nvPr>
            <p:ph idx="5" type="body"/>
          </p:nvPr>
        </p:nvSpPr>
        <p:spPr>
          <a:xfrm>
            <a:off x="6662924" y="4159156"/>
            <a:ext cx="4902200" cy="71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52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7"/>
          <p:cNvSpPr txBox="1"/>
          <p:nvPr>
            <p:ph idx="6" type="body"/>
          </p:nvPr>
        </p:nvSpPr>
        <p:spPr>
          <a:xfrm>
            <a:off x="6662924" y="5016166"/>
            <a:ext cx="4902200" cy="71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52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тадии">
  <p:cSld name="Стадии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8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8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8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79" name="Google Shape;79;p8"/>
          <p:cNvSpPr/>
          <p:nvPr>
            <p:ph idx="1" type="body"/>
          </p:nvPr>
        </p:nvSpPr>
        <p:spPr>
          <a:xfrm>
            <a:off x="346075" y="1024937"/>
            <a:ext cx="2526079" cy="1476687"/>
          </a:xfrm>
          <a:prstGeom prst="roundRect">
            <a:avLst>
              <a:gd fmla="val 1588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•"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8"/>
          <p:cNvSpPr txBox="1"/>
          <p:nvPr>
            <p:ph idx="2" type="body"/>
          </p:nvPr>
        </p:nvSpPr>
        <p:spPr>
          <a:xfrm>
            <a:off x="346075" y="1380939"/>
            <a:ext cx="2526079" cy="1120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8"/>
          <p:cNvSpPr/>
          <p:nvPr>
            <p:ph idx="3" type="body"/>
          </p:nvPr>
        </p:nvSpPr>
        <p:spPr>
          <a:xfrm>
            <a:off x="4832960" y="1024937"/>
            <a:ext cx="2526079" cy="1476687"/>
          </a:xfrm>
          <a:prstGeom prst="roundRect">
            <a:avLst>
              <a:gd fmla="val 1588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•"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8"/>
          <p:cNvSpPr txBox="1"/>
          <p:nvPr>
            <p:ph idx="4" type="body"/>
          </p:nvPr>
        </p:nvSpPr>
        <p:spPr>
          <a:xfrm>
            <a:off x="4832960" y="1380939"/>
            <a:ext cx="2526079" cy="1120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8"/>
          <p:cNvSpPr/>
          <p:nvPr>
            <p:ph idx="5" type="body"/>
          </p:nvPr>
        </p:nvSpPr>
        <p:spPr>
          <a:xfrm>
            <a:off x="9330862" y="1024937"/>
            <a:ext cx="2526079" cy="1476687"/>
          </a:xfrm>
          <a:prstGeom prst="roundRect">
            <a:avLst>
              <a:gd fmla="val 1588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•"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8"/>
          <p:cNvSpPr txBox="1"/>
          <p:nvPr>
            <p:ph idx="6" type="body"/>
          </p:nvPr>
        </p:nvSpPr>
        <p:spPr>
          <a:xfrm>
            <a:off x="9330862" y="1380939"/>
            <a:ext cx="2526079" cy="1120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8"/>
          <p:cNvSpPr/>
          <p:nvPr>
            <p:ph idx="7" type="body"/>
          </p:nvPr>
        </p:nvSpPr>
        <p:spPr>
          <a:xfrm>
            <a:off x="2593517" y="4358152"/>
            <a:ext cx="2526079" cy="1476687"/>
          </a:xfrm>
          <a:prstGeom prst="roundRect">
            <a:avLst>
              <a:gd fmla="val 1588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•"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8"/>
          <p:cNvSpPr txBox="1"/>
          <p:nvPr>
            <p:ph idx="8" type="body"/>
          </p:nvPr>
        </p:nvSpPr>
        <p:spPr>
          <a:xfrm>
            <a:off x="2593517" y="4714154"/>
            <a:ext cx="2526079" cy="1120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8"/>
          <p:cNvSpPr/>
          <p:nvPr>
            <p:ph idx="9" type="body"/>
          </p:nvPr>
        </p:nvSpPr>
        <p:spPr>
          <a:xfrm>
            <a:off x="7080402" y="4358152"/>
            <a:ext cx="2526079" cy="1476687"/>
          </a:xfrm>
          <a:prstGeom prst="roundRect">
            <a:avLst>
              <a:gd fmla="val 1588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•"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8"/>
          <p:cNvSpPr txBox="1"/>
          <p:nvPr>
            <p:ph idx="13" type="body"/>
          </p:nvPr>
        </p:nvSpPr>
        <p:spPr>
          <a:xfrm>
            <a:off x="7080402" y="4714154"/>
            <a:ext cx="2526079" cy="1120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8"/>
          <p:cNvSpPr txBox="1"/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емо_1">
  <p:cSld name="Демо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9"/>
          <p:cNvSpPr/>
          <p:nvPr>
            <p:ph idx="2" type="pic"/>
          </p:nvPr>
        </p:nvSpPr>
        <p:spPr>
          <a:xfrm>
            <a:off x="4162940" y="1264478"/>
            <a:ext cx="3866121" cy="2436377"/>
          </a:xfrm>
          <a:prstGeom prst="rect">
            <a:avLst/>
          </a:prstGeom>
          <a:noFill/>
          <a:ln>
            <a:noFill/>
          </a:ln>
        </p:spPr>
      </p:sp>
      <p:sp>
        <p:nvSpPr>
          <p:cNvPr id="92" name="Google Shape;92;p9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9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9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95" name="Google Shape;95;p9"/>
          <p:cNvSpPr txBox="1"/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9"/>
          <p:cNvSpPr txBox="1"/>
          <p:nvPr>
            <p:ph idx="1" type="body"/>
          </p:nvPr>
        </p:nvSpPr>
        <p:spPr>
          <a:xfrm>
            <a:off x="346075" y="4656083"/>
            <a:ext cx="3626835" cy="15446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p9"/>
          <p:cNvSpPr txBox="1"/>
          <p:nvPr>
            <p:ph idx="3" type="body"/>
          </p:nvPr>
        </p:nvSpPr>
        <p:spPr>
          <a:xfrm>
            <a:off x="4240502" y="4656083"/>
            <a:ext cx="3626835" cy="15446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4" type="body"/>
          </p:nvPr>
        </p:nvSpPr>
        <p:spPr>
          <a:xfrm>
            <a:off x="8230203" y="4656083"/>
            <a:ext cx="3626835" cy="15446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 заголовком">
  <p:cSld name="Пустой с заголовком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0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0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0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>
  <p:cSld name="Заголовок и объект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1"/>
          <p:cNvSpPr txBox="1"/>
          <p:nvPr>
            <p:ph idx="1" type="body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802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52"/>
              <a:buChar char="•"/>
              <a:defRPr>
                <a:solidFill>
                  <a:srgbClr val="F2F2F2"/>
                </a:solidFill>
              </a:defRPr>
            </a:lvl1pPr>
            <a:lvl2pPr indent="-309309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271"/>
              <a:buChar char="•"/>
              <a:defRPr>
                <a:solidFill>
                  <a:srgbClr val="F2F2F2"/>
                </a:solidFill>
              </a:defRPr>
            </a:lvl2pPr>
            <a:lvl3pPr indent="-29191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997"/>
              <a:buChar char="•"/>
              <a:defRPr>
                <a:solidFill>
                  <a:srgbClr val="F2F2F2"/>
                </a:solidFill>
              </a:defRPr>
            </a:lvl3pPr>
            <a:lvl4pPr indent="-286195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907"/>
              <a:buChar char="•"/>
              <a:defRPr>
                <a:solidFill>
                  <a:srgbClr val="F2F2F2"/>
                </a:solidFill>
              </a:defRPr>
            </a:lvl4pPr>
            <a:lvl5pPr indent="-286195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907"/>
              <a:buChar char="•"/>
              <a:defRPr>
                <a:solidFill>
                  <a:srgbClr val="F2F2F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11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1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1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08" name="Google Shape;108;p11"/>
          <p:cNvSpPr txBox="1"/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97"/>
              <a:buFont typeface="Montserrat"/>
              <a:buNone/>
              <a:defRPr>
                <a:solidFill>
                  <a:srgbClr val="F2F2F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>
  <p:cSld name="Два объекта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2"/>
          <p:cNvSpPr txBox="1"/>
          <p:nvPr>
            <p:ph idx="1" type="body"/>
          </p:nvPr>
        </p:nvSpPr>
        <p:spPr>
          <a:xfrm>
            <a:off x="315387" y="1016001"/>
            <a:ext cx="5704418" cy="5184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1" name="Google Shape;111;p12"/>
          <p:cNvSpPr txBox="1"/>
          <p:nvPr>
            <p:ph idx="2" type="body"/>
          </p:nvPr>
        </p:nvSpPr>
        <p:spPr>
          <a:xfrm>
            <a:off x="6172206" y="1016001"/>
            <a:ext cx="5670473" cy="5184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2" name="Google Shape;112;p12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2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2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15" name="Google Shape;115;p12"/>
          <p:cNvSpPr txBox="1"/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>
  <p:cSld name="Сравнение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3"/>
          <p:cNvSpPr txBox="1"/>
          <p:nvPr>
            <p:ph idx="1" type="body"/>
          </p:nvPr>
        </p:nvSpPr>
        <p:spPr>
          <a:xfrm>
            <a:off x="315386" y="1015427"/>
            <a:ext cx="5682193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None/>
              <a:defRPr b="1" sz="1400"/>
            </a:lvl1pPr>
            <a:lvl2pPr indent="-2286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266"/>
              <a:buNone/>
              <a:defRPr b="1" sz="1266"/>
            </a:lvl2pPr>
            <a:lvl3pPr indent="-2286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141"/>
              <a:buNone/>
              <a:defRPr b="1" sz="1141"/>
            </a:lvl3pPr>
            <a:lvl4pPr indent="-2286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013"/>
              <a:buNone/>
              <a:defRPr b="1" sz="1013"/>
            </a:lvl4pPr>
            <a:lvl5pPr indent="-2286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013"/>
              <a:buNone/>
              <a:defRPr b="1" sz="1013"/>
            </a:lvl5pPr>
            <a:lvl6pPr indent="-2286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6pPr>
            <a:lvl7pPr indent="-2286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7pPr>
            <a:lvl8pPr indent="-2286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8pPr>
            <a:lvl9pPr indent="-2286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9pPr>
          </a:lstStyle>
          <a:p/>
        </p:txBody>
      </p:sp>
      <p:sp>
        <p:nvSpPr>
          <p:cNvPr id="118" name="Google Shape;118;p13"/>
          <p:cNvSpPr txBox="1"/>
          <p:nvPr>
            <p:ph idx="2" type="body"/>
          </p:nvPr>
        </p:nvSpPr>
        <p:spPr>
          <a:xfrm>
            <a:off x="349334" y="1598615"/>
            <a:ext cx="5648250" cy="4602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13"/>
          <p:cNvSpPr txBox="1"/>
          <p:nvPr>
            <p:ph idx="3" type="body"/>
          </p:nvPr>
        </p:nvSpPr>
        <p:spPr>
          <a:xfrm>
            <a:off x="6172205" y="1015427"/>
            <a:ext cx="5684841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None/>
              <a:defRPr b="1" sz="1400"/>
            </a:lvl1pPr>
            <a:lvl2pPr indent="-2286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266"/>
              <a:buNone/>
              <a:defRPr b="1" sz="1266"/>
            </a:lvl2pPr>
            <a:lvl3pPr indent="-2286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141"/>
              <a:buNone/>
              <a:defRPr b="1" sz="1141"/>
            </a:lvl3pPr>
            <a:lvl4pPr indent="-2286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013"/>
              <a:buNone/>
              <a:defRPr b="1" sz="1013"/>
            </a:lvl4pPr>
            <a:lvl5pPr indent="-2286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013"/>
              <a:buNone/>
              <a:defRPr b="1" sz="1013"/>
            </a:lvl5pPr>
            <a:lvl6pPr indent="-2286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6pPr>
            <a:lvl7pPr indent="-2286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7pPr>
            <a:lvl8pPr indent="-2286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8pPr>
            <a:lvl9pPr indent="-2286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9pPr>
          </a:lstStyle>
          <a:p/>
        </p:txBody>
      </p:sp>
      <p:sp>
        <p:nvSpPr>
          <p:cNvPr id="120" name="Google Shape;120;p13"/>
          <p:cNvSpPr txBox="1"/>
          <p:nvPr>
            <p:ph idx="4" type="body"/>
          </p:nvPr>
        </p:nvSpPr>
        <p:spPr>
          <a:xfrm>
            <a:off x="6172202" y="1598615"/>
            <a:ext cx="5670473" cy="4602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1" name="Google Shape;121;p13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3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3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24" name="Google Shape;124;p13"/>
          <p:cNvSpPr txBox="1"/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4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14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14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5"/>
          <p:cNvSpPr txBox="1"/>
          <p:nvPr>
            <p:ph type="title"/>
          </p:nvPr>
        </p:nvSpPr>
        <p:spPr>
          <a:xfrm>
            <a:off x="334966" y="1015999"/>
            <a:ext cx="4437062" cy="121341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400"/>
              <a:buFont typeface="Montserrat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15"/>
          <p:cNvSpPr txBox="1"/>
          <p:nvPr>
            <p:ph idx="1" type="body"/>
          </p:nvPr>
        </p:nvSpPr>
        <p:spPr>
          <a:xfrm>
            <a:off x="5183194" y="1015999"/>
            <a:ext cx="6673847" cy="50495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1186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773"/>
              <a:buChar char="•"/>
              <a:defRPr sz="1773"/>
            </a:lvl1pPr>
            <a:lvl2pPr indent="-32512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520"/>
              <a:buChar char="•"/>
              <a:defRPr sz="1520"/>
            </a:lvl2pPr>
            <a:lvl3pPr indent="-308991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266"/>
              <a:buChar char="•"/>
              <a:defRPr sz="1266"/>
            </a:lvl3pPr>
            <a:lvl4pPr indent="-301054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141"/>
              <a:buChar char="•"/>
              <a:defRPr sz="1141"/>
            </a:lvl4pPr>
            <a:lvl5pPr indent="-301054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141"/>
              <a:buChar char="•"/>
              <a:defRPr sz="1141"/>
            </a:lvl5pPr>
            <a:lvl6pPr indent="-308991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266"/>
              <a:buChar char="•"/>
              <a:defRPr sz="1266"/>
            </a:lvl6pPr>
            <a:lvl7pPr indent="-308991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266"/>
              <a:buChar char="•"/>
              <a:defRPr sz="1266"/>
            </a:lvl7pPr>
            <a:lvl8pPr indent="-308991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266"/>
              <a:buChar char="•"/>
              <a:defRPr sz="1266"/>
            </a:lvl8pPr>
            <a:lvl9pPr indent="-308991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266"/>
              <a:buChar char="•"/>
              <a:defRPr sz="1266"/>
            </a:lvl9pPr>
          </a:lstStyle>
          <a:p/>
        </p:txBody>
      </p:sp>
      <p:sp>
        <p:nvSpPr>
          <p:cNvPr id="132" name="Google Shape;132;p15"/>
          <p:cNvSpPr txBox="1"/>
          <p:nvPr>
            <p:ph idx="2" type="body"/>
          </p:nvPr>
        </p:nvSpPr>
        <p:spPr>
          <a:xfrm>
            <a:off x="334966" y="2428239"/>
            <a:ext cx="4437062" cy="3637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886"/>
              <a:buNone/>
              <a:defRPr sz="886"/>
            </a:lvl2pPr>
            <a:lvl3pPr indent="-2286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760"/>
              <a:buNone/>
              <a:defRPr sz="760"/>
            </a:lvl3pPr>
            <a:lvl4pPr indent="-2286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631"/>
              <a:buNone/>
              <a:defRPr sz="631"/>
            </a:lvl4pPr>
            <a:lvl5pPr indent="-2286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631"/>
              <a:buNone/>
              <a:defRPr sz="631"/>
            </a:lvl5pPr>
            <a:lvl6pPr indent="-2286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631"/>
              <a:buNone/>
              <a:defRPr sz="631"/>
            </a:lvl6pPr>
            <a:lvl7pPr indent="-2286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631"/>
              <a:buNone/>
              <a:defRPr sz="631"/>
            </a:lvl7pPr>
            <a:lvl8pPr indent="-2286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631"/>
              <a:buNone/>
              <a:defRPr sz="631"/>
            </a:lvl8pPr>
            <a:lvl9pPr indent="-2286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631"/>
              <a:buNone/>
              <a:defRPr sz="631"/>
            </a:lvl9pPr>
          </a:lstStyle>
          <a:p/>
        </p:txBody>
      </p:sp>
      <p:sp>
        <p:nvSpPr>
          <p:cNvPr id="133" name="Google Shape;133;p15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5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5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>
  <p:cSld name="Рисунок с подписью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6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16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16"/>
          <p:cNvSpPr txBox="1"/>
          <p:nvPr>
            <p:ph type="ctrTitle"/>
          </p:nvPr>
        </p:nvSpPr>
        <p:spPr>
          <a:xfrm>
            <a:off x="802640" y="3922529"/>
            <a:ext cx="5293359" cy="16545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800"/>
              <a:buFont typeface="Montserrat"/>
              <a:buNone/>
              <a:defRPr sz="2800">
                <a:solidFill>
                  <a:srgbClr val="F2F2F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16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отографии">
  <p:cSld name="Фотографии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7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17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17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45" name="Google Shape;145;p17"/>
          <p:cNvSpPr txBox="1"/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17"/>
          <p:cNvSpPr/>
          <p:nvPr>
            <p:ph idx="2" type="pic"/>
          </p:nvPr>
        </p:nvSpPr>
        <p:spPr>
          <a:xfrm>
            <a:off x="7440147" y="1016001"/>
            <a:ext cx="4405777" cy="3078479"/>
          </a:xfrm>
          <a:prstGeom prst="rect">
            <a:avLst/>
          </a:prstGeom>
          <a:noFill/>
          <a:ln>
            <a:noFill/>
          </a:ln>
        </p:spPr>
      </p:sp>
      <p:sp>
        <p:nvSpPr>
          <p:cNvPr id="147" name="Google Shape;147;p17"/>
          <p:cNvSpPr/>
          <p:nvPr>
            <p:ph idx="3" type="pic"/>
          </p:nvPr>
        </p:nvSpPr>
        <p:spPr>
          <a:xfrm>
            <a:off x="7440149" y="4389108"/>
            <a:ext cx="4405775" cy="1811668"/>
          </a:xfrm>
          <a:prstGeom prst="rect">
            <a:avLst/>
          </a:prstGeom>
          <a:noFill/>
          <a:ln>
            <a:noFill/>
          </a:ln>
        </p:spPr>
      </p:sp>
      <p:sp>
        <p:nvSpPr>
          <p:cNvPr id="148" name="Google Shape;148;p17"/>
          <p:cNvSpPr/>
          <p:nvPr>
            <p:ph idx="4" type="pic"/>
          </p:nvPr>
        </p:nvSpPr>
        <p:spPr>
          <a:xfrm>
            <a:off x="346075" y="3223948"/>
            <a:ext cx="6806142" cy="2976827"/>
          </a:xfrm>
          <a:prstGeom prst="rect">
            <a:avLst/>
          </a:prstGeom>
          <a:noFill/>
          <a:ln>
            <a:noFill/>
          </a:ln>
        </p:spPr>
      </p:sp>
      <p:sp>
        <p:nvSpPr>
          <p:cNvPr id="149" name="Google Shape;149;p17"/>
          <p:cNvSpPr txBox="1"/>
          <p:nvPr>
            <p:ph idx="1" type="body"/>
          </p:nvPr>
        </p:nvSpPr>
        <p:spPr>
          <a:xfrm>
            <a:off x="346075" y="1016001"/>
            <a:ext cx="6806142" cy="2029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татистика">
  <p:cSld name="Статистика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8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18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54" name="Google Shape;154;p18"/>
          <p:cNvSpPr txBox="1"/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18"/>
          <p:cNvSpPr/>
          <p:nvPr>
            <p:ph idx="1" type="body"/>
          </p:nvPr>
        </p:nvSpPr>
        <p:spPr>
          <a:xfrm>
            <a:off x="6683077" y="1026867"/>
            <a:ext cx="4790314" cy="1615356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 b="1" sz="18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6" name="Google Shape;156;p18"/>
          <p:cNvSpPr txBox="1"/>
          <p:nvPr>
            <p:ph idx="2" type="body"/>
          </p:nvPr>
        </p:nvSpPr>
        <p:spPr>
          <a:xfrm>
            <a:off x="6683077" y="1626932"/>
            <a:ext cx="4790314" cy="1015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7" name="Google Shape;157;p18"/>
          <p:cNvSpPr/>
          <p:nvPr>
            <p:ph idx="3" type="body"/>
          </p:nvPr>
        </p:nvSpPr>
        <p:spPr>
          <a:xfrm>
            <a:off x="6683077" y="2807582"/>
            <a:ext cx="4790314" cy="1615356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 b="1" sz="18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8" name="Google Shape;158;p18"/>
          <p:cNvSpPr txBox="1"/>
          <p:nvPr>
            <p:ph idx="4" type="body"/>
          </p:nvPr>
        </p:nvSpPr>
        <p:spPr>
          <a:xfrm>
            <a:off x="6683077" y="3407647"/>
            <a:ext cx="4790314" cy="1015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9" name="Google Shape;159;p18"/>
          <p:cNvSpPr/>
          <p:nvPr>
            <p:ph idx="5" type="body"/>
          </p:nvPr>
        </p:nvSpPr>
        <p:spPr>
          <a:xfrm>
            <a:off x="6683077" y="4584029"/>
            <a:ext cx="4790314" cy="1615356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 b="1" sz="18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0" name="Google Shape;160;p18"/>
          <p:cNvSpPr txBox="1"/>
          <p:nvPr>
            <p:ph idx="6" type="body"/>
          </p:nvPr>
        </p:nvSpPr>
        <p:spPr>
          <a:xfrm>
            <a:off x="6683077" y="5184094"/>
            <a:ext cx="4790314" cy="1015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татистика">
  <p:cSld name="1_Статистика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9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19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19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65" name="Google Shape;165;p19"/>
          <p:cNvSpPr txBox="1"/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19"/>
          <p:cNvSpPr/>
          <p:nvPr>
            <p:ph idx="1" type="body"/>
          </p:nvPr>
        </p:nvSpPr>
        <p:spPr>
          <a:xfrm>
            <a:off x="6683077" y="1016000"/>
            <a:ext cx="4790314" cy="1021701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 sz="18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7" name="Google Shape;167;p19"/>
          <p:cNvSpPr txBox="1"/>
          <p:nvPr>
            <p:ph idx="2" type="body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8" name="Google Shape;168;p19"/>
          <p:cNvSpPr/>
          <p:nvPr>
            <p:ph idx="3" type="body"/>
          </p:nvPr>
        </p:nvSpPr>
        <p:spPr>
          <a:xfrm>
            <a:off x="6683077" y="2284561"/>
            <a:ext cx="4790314" cy="1021701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AD28EF"/>
              </a:buClr>
              <a:buSzPts val="1800"/>
              <a:buChar char="•"/>
              <a:defRPr b="1" sz="1800">
                <a:solidFill>
                  <a:srgbClr val="AD28EF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9" name="Google Shape;169;p19"/>
          <p:cNvSpPr txBox="1"/>
          <p:nvPr>
            <p:ph idx="4" type="body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0" name="Google Shape;170;p19"/>
          <p:cNvSpPr/>
          <p:nvPr>
            <p:ph idx="5" type="body"/>
          </p:nvPr>
        </p:nvSpPr>
        <p:spPr>
          <a:xfrm>
            <a:off x="6683077" y="3553122"/>
            <a:ext cx="4790314" cy="1021701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•"/>
              <a:defRPr b="1" sz="1800">
                <a:solidFill>
                  <a:schemeClr val="accent4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1" name="Google Shape;171;p19"/>
          <p:cNvSpPr txBox="1"/>
          <p:nvPr>
            <p:ph idx="6" type="body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2" name="Google Shape;172;p19"/>
          <p:cNvSpPr/>
          <p:nvPr>
            <p:ph idx="7" type="body"/>
          </p:nvPr>
        </p:nvSpPr>
        <p:spPr>
          <a:xfrm>
            <a:off x="6683077" y="4821684"/>
            <a:ext cx="4790314" cy="1021701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 b="1" sz="18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3" name="Google Shape;173;p19"/>
          <p:cNvSpPr txBox="1"/>
          <p:nvPr>
            <p:ph idx="8" type="body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татистика">
  <p:cSld name="2_Статистика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0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20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20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78" name="Google Shape;178;p20"/>
          <p:cNvSpPr txBox="1"/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20"/>
          <p:cNvSpPr/>
          <p:nvPr>
            <p:ph idx="1" type="body"/>
          </p:nvPr>
        </p:nvSpPr>
        <p:spPr>
          <a:xfrm>
            <a:off x="6683077" y="1016000"/>
            <a:ext cx="4790314" cy="1021701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 sz="18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0" name="Google Shape;180;p20"/>
          <p:cNvSpPr txBox="1"/>
          <p:nvPr>
            <p:ph idx="2" type="body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1" name="Google Shape;181;p20"/>
          <p:cNvSpPr/>
          <p:nvPr>
            <p:ph idx="3" type="body"/>
          </p:nvPr>
        </p:nvSpPr>
        <p:spPr>
          <a:xfrm>
            <a:off x="6683077" y="2284561"/>
            <a:ext cx="4790314" cy="1021701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AD28EF"/>
              </a:buClr>
              <a:buSzPts val="1800"/>
              <a:buChar char="•"/>
              <a:defRPr b="1" sz="1800">
                <a:solidFill>
                  <a:srgbClr val="AD28EF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2" name="Google Shape;182;p20"/>
          <p:cNvSpPr txBox="1"/>
          <p:nvPr>
            <p:ph idx="4" type="body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3" name="Google Shape;183;p20"/>
          <p:cNvSpPr/>
          <p:nvPr>
            <p:ph idx="5" type="body"/>
          </p:nvPr>
        </p:nvSpPr>
        <p:spPr>
          <a:xfrm>
            <a:off x="6683077" y="3553122"/>
            <a:ext cx="4790314" cy="1021701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•"/>
              <a:defRPr b="1" sz="1800">
                <a:solidFill>
                  <a:schemeClr val="accent4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4" name="Google Shape;184;p20"/>
          <p:cNvSpPr txBox="1"/>
          <p:nvPr>
            <p:ph idx="6" type="body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5" name="Google Shape;185;p20"/>
          <p:cNvSpPr/>
          <p:nvPr>
            <p:ph idx="7" type="body"/>
          </p:nvPr>
        </p:nvSpPr>
        <p:spPr>
          <a:xfrm>
            <a:off x="6683077" y="4821684"/>
            <a:ext cx="4790314" cy="1021701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 b="1" sz="18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6" name="Google Shape;186;p20"/>
          <p:cNvSpPr txBox="1"/>
          <p:nvPr>
            <p:ph idx="8" type="body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Демо_1">
  <p:cSld name="1_Демо_1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1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21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21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91" name="Google Shape;191;p21"/>
          <p:cNvSpPr txBox="1"/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21"/>
          <p:cNvSpPr txBox="1"/>
          <p:nvPr>
            <p:ph idx="1" type="body"/>
          </p:nvPr>
        </p:nvSpPr>
        <p:spPr>
          <a:xfrm>
            <a:off x="1210643" y="4324451"/>
            <a:ext cx="4121687" cy="1612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3" name="Google Shape;193;p21"/>
          <p:cNvSpPr txBox="1"/>
          <p:nvPr>
            <p:ph idx="2" type="body"/>
          </p:nvPr>
        </p:nvSpPr>
        <p:spPr>
          <a:xfrm>
            <a:off x="6857950" y="4324451"/>
            <a:ext cx="4121687" cy="1612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4" name="Google Shape;194;p21"/>
          <p:cNvSpPr/>
          <p:nvPr>
            <p:ph idx="3" type="pic"/>
          </p:nvPr>
        </p:nvSpPr>
        <p:spPr>
          <a:xfrm>
            <a:off x="1210642" y="1577998"/>
            <a:ext cx="4121688" cy="2283975"/>
          </a:xfrm>
          <a:prstGeom prst="rect">
            <a:avLst/>
          </a:prstGeom>
          <a:noFill/>
          <a:ln>
            <a:noFill/>
          </a:ln>
        </p:spPr>
      </p:sp>
      <p:sp>
        <p:nvSpPr>
          <p:cNvPr id="195" name="Google Shape;195;p21"/>
          <p:cNvSpPr/>
          <p:nvPr>
            <p:ph idx="4" type="pic"/>
          </p:nvPr>
        </p:nvSpPr>
        <p:spPr>
          <a:xfrm>
            <a:off x="6855540" y="1577998"/>
            <a:ext cx="4121688" cy="228397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Демо_1">
  <p:cSld name="2_Демо_1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2"/>
          <p:cNvSpPr/>
          <p:nvPr>
            <p:ph idx="2" type="pic"/>
          </p:nvPr>
        </p:nvSpPr>
        <p:spPr>
          <a:xfrm>
            <a:off x="5009872" y="1235915"/>
            <a:ext cx="2172255" cy="4602697"/>
          </a:xfrm>
          <a:prstGeom prst="roundRect">
            <a:avLst>
              <a:gd fmla="val 12528" name="adj"/>
            </a:avLst>
          </a:prstGeom>
          <a:noFill/>
          <a:ln>
            <a:noFill/>
          </a:ln>
        </p:spPr>
      </p:sp>
      <p:sp>
        <p:nvSpPr>
          <p:cNvPr id="198" name="Google Shape;198;p22"/>
          <p:cNvSpPr/>
          <p:nvPr>
            <p:ph idx="1" type="body"/>
          </p:nvPr>
        </p:nvSpPr>
        <p:spPr>
          <a:xfrm>
            <a:off x="356349" y="1641283"/>
            <a:ext cx="3812931" cy="1021701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65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 sz="18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9" name="Google Shape;199;p22"/>
          <p:cNvSpPr txBox="1"/>
          <p:nvPr>
            <p:ph idx="3" type="body"/>
          </p:nvPr>
        </p:nvSpPr>
        <p:spPr>
          <a:xfrm>
            <a:off x="356349" y="2020820"/>
            <a:ext cx="3812931" cy="12905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0" name="Google Shape;200;p22"/>
          <p:cNvSpPr/>
          <p:nvPr>
            <p:ph idx="4" type="body"/>
          </p:nvPr>
        </p:nvSpPr>
        <p:spPr>
          <a:xfrm>
            <a:off x="8040021" y="1641283"/>
            <a:ext cx="3812931" cy="1021701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65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E4B4FB"/>
              </a:buClr>
              <a:buSzPts val="1800"/>
              <a:buChar char="•"/>
              <a:defRPr b="1" sz="1800">
                <a:solidFill>
                  <a:srgbClr val="E4B4FB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1" name="Google Shape;201;p22"/>
          <p:cNvSpPr txBox="1"/>
          <p:nvPr>
            <p:ph idx="5" type="body"/>
          </p:nvPr>
        </p:nvSpPr>
        <p:spPr>
          <a:xfrm>
            <a:off x="8040021" y="2020820"/>
            <a:ext cx="3812931" cy="12905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2" name="Google Shape;202;p22"/>
          <p:cNvSpPr/>
          <p:nvPr>
            <p:ph idx="6" type="body"/>
          </p:nvPr>
        </p:nvSpPr>
        <p:spPr>
          <a:xfrm>
            <a:off x="356349" y="3864598"/>
            <a:ext cx="3812931" cy="1021701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65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•"/>
              <a:defRPr b="1" sz="1800">
                <a:solidFill>
                  <a:schemeClr val="accent4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3" name="Google Shape;203;p22"/>
          <p:cNvSpPr txBox="1"/>
          <p:nvPr>
            <p:ph idx="7" type="body"/>
          </p:nvPr>
        </p:nvSpPr>
        <p:spPr>
          <a:xfrm>
            <a:off x="356349" y="4244135"/>
            <a:ext cx="3812931" cy="12905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4" name="Google Shape;204;p22"/>
          <p:cNvSpPr/>
          <p:nvPr>
            <p:ph idx="8" type="body"/>
          </p:nvPr>
        </p:nvSpPr>
        <p:spPr>
          <a:xfrm>
            <a:off x="8040021" y="3864598"/>
            <a:ext cx="3812931" cy="1021701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65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 b="1" sz="18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5" name="Google Shape;205;p22"/>
          <p:cNvSpPr txBox="1"/>
          <p:nvPr>
            <p:ph idx="9" type="body"/>
          </p:nvPr>
        </p:nvSpPr>
        <p:spPr>
          <a:xfrm>
            <a:off x="8040021" y="4244135"/>
            <a:ext cx="3812931" cy="12905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206" name="Google Shape;206;p22"/>
          <p:cNvCxnSpPr/>
          <p:nvPr/>
        </p:nvCxnSpPr>
        <p:spPr>
          <a:xfrm>
            <a:off x="4244694" y="1870413"/>
            <a:ext cx="686698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7" name="Google Shape;207;p22"/>
          <p:cNvCxnSpPr/>
          <p:nvPr/>
        </p:nvCxnSpPr>
        <p:spPr>
          <a:xfrm>
            <a:off x="4244694" y="4094630"/>
            <a:ext cx="686698" cy="0"/>
          </a:xfrm>
          <a:prstGeom prst="straightConnector1">
            <a:avLst/>
          </a:prstGeom>
          <a:noFill/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8" name="Google Shape;208;p22"/>
          <p:cNvCxnSpPr/>
          <p:nvPr/>
        </p:nvCxnSpPr>
        <p:spPr>
          <a:xfrm>
            <a:off x="7250583" y="1870413"/>
            <a:ext cx="686698" cy="0"/>
          </a:xfrm>
          <a:prstGeom prst="straightConnector1">
            <a:avLst/>
          </a:prstGeom>
          <a:noFill/>
          <a:ln cap="flat" cmpd="sng" w="25400">
            <a:solidFill>
              <a:srgbClr val="E4B4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9" name="Google Shape;209;p22"/>
          <p:cNvCxnSpPr/>
          <p:nvPr/>
        </p:nvCxnSpPr>
        <p:spPr>
          <a:xfrm>
            <a:off x="7250583" y="4094630"/>
            <a:ext cx="686698" cy="0"/>
          </a:xfrm>
          <a:prstGeom prst="straightConnector1">
            <a:avLst/>
          </a:prstGeom>
          <a:noFill/>
          <a:ln cap="flat" cmpd="sng" w="254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0" name="Google Shape;210;p22"/>
          <p:cNvSpPr txBox="1"/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22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22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22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Демо_1">
  <p:cSld name="3_Демо_1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3"/>
          <p:cNvSpPr/>
          <p:nvPr>
            <p:ph idx="2" type="pic"/>
          </p:nvPr>
        </p:nvSpPr>
        <p:spPr>
          <a:xfrm>
            <a:off x="1001460" y="1038224"/>
            <a:ext cx="1726214" cy="3657600"/>
          </a:xfrm>
          <a:prstGeom prst="roundRect">
            <a:avLst>
              <a:gd fmla="val 12528" name="adj"/>
            </a:avLst>
          </a:prstGeom>
          <a:noFill/>
          <a:ln>
            <a:noFill/>
          </a:ln>
        </p:spPr>
      </p:sp>
      <p:sp>
        <p:nvSpPr>
          <p:cNvPr id="216" name="Google Shape;216;p23"/>
          <p:cNvSpPr/>
          <p:nvPr>
            <p:ph idx="3" type="pic"/>
          </p:nvPr>
        </p:nvSpPr>
        <p:spPr>
          <a:xfrm>
            <a:off x="3831097" y="1038224"/>
            <a:ext cx="1726214" cy="3657600"/>
          </a:xfrm>
          <a:prstGeom prst="roundRect">
            <a:avLst>
              <a:gd fmla="val 12528" name="adj"/>
            </a:avLst>
          </a:prstGeom>
          <a:noFill/>
          <a:ln>
            <a:noFill/>
          </a:ln>
        </p:spPr>
      </p:sp>
      <p:sp>
        <p:nvSpPr>
          <p:cNvPr id="217" name="Google Shape;217;p23"/>
          <p:cNvSpPr/>
          <p:nvPr>
            <p:ph idx="4" type="pic"/>
          </p:nvPr>
        </p:nvSpPr>
        <p:spPr>
          <a:xfrm>
            <a:off x="6660734" y="1038224"/>
            <a:ext cx="1726214" cy="3657600"/>
          </a:xfrm>
          <a:prstGeom prst="roundRect">
            <a:avLst>
              <a:gd fmla="val 12528" name="adj"/>
            </a:avLst>
          </a:prstGeom>
          <a:noFill/>
          <a:ln>
            <a:noFill/>
          </a:ln>
        </p:spPr>
      </p:sp>
      <p:sp>
        <p:nvSpPr>
          <p:cNvPr id="218" name="Google Shape;218;p23"/>
          <p:cNvSpPr/>
          <p:nvPr>
            <p:ph idx="5" type="pic"/>
          </p:nvPr>
        </p:nvSpPr>
        <p:spPr>
          <a:xfrm>
            <a:off x="9490368" y="1038224"/>
            <a:ext cx="1726214" cy="3657600"/>
          </a:xfrm>
          <a:prstGeom prst="roundRect">
            <a:avLst>
              <a:gd fmla="val 12528" name="adj"/>
            </a:avLst>
          </a:prstGeom>
          <a:noFill/>
          <a:ln>
            <a:noFill/>
          </a:ln>
        </p:spPr>
      </p:sp>
      <p:sp>
        <p:nvSpPr>
          <p:cNvPr id="219" name="Google Shape;219;p23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23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23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22" name="Google Shape;222;p23"/>
          <p:cNvSpPr txBox="1"/>
          <p:nvPr>
            <p:ph idx="1" type="body"/>
          </p:nvPr>
        </p:nvSpPr>
        <p:spPr>
          <a:xfrm>
            <a:off x="346076" y="4929435"/>
            <a:ext cx="2739248" cy="1271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3" name="Google Shape;223;p23"/>
          <p:cNvSpPr txBox="1"/>
          <p:nvPr>
            <p:ph idx="6" type="body"/>
          </p:nvPr>
        </p:nvSpPr>
        <p:spPr>
          <a:xfrm>
            <a:off x="3269562" y="4929435"/>
            <a:ext cx="2739248" cy="1271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4" name="Google Shape;224;p23"/>
          <p:cNvSpPr txBox="1"/>
          <p:nvPr>
            <p:ph idx="7" type="body"/>
          </p:nvPr>
        </p:nvSpPr>
        <p:spPr>
          <a:xfrm>
            <a:off x="6193048" y="4929435"/>
            <a:ext cx="2739248" cy="1271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5" name="Google Shape;225;p23"/>
          <p:cNvSpPr txBox="1"/>
          <p:nvPr>
            <p:ph idx="8" type="body"/>
          </p:nvPr>
        </p:nvSpPr>
        <p:spPr>
          <a:xfrm>
            <a:off x="9116535" y="4929435"/>
            <a:ext cx="2739248" cy="1271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6" name="Google Shape;226;p23"/>
          <p:cNvSpPr txBox="1"/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">
  <p:cSld name="Пустой"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97"/>
              <a:buFont typeface="Montserrat"/>
              <a:buNone/>
              <a:defRPr b="1" i="0" sz="1997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802" lvl="0" marL="457200" marR="0" rtl="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52"/>
              <a:buFont typeface="Arial"/>
              <a:buChar char="•"/>
              <a:defRPr b="0" i="0" sz="1452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09309" lvl="1" marL="914400" marR="0" rtl="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271"/>
              <a:buFont typeface="Arial"/>
              <a:buChar char="•"/>
              <a:defRPr b="0" i="0" sz="1271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91910" lvl="2" marL="1371600" marR="0" rtl="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997"/>
              <a:buFont typeface="Arial"/>
              <a:buChar char="•"/>
              <a:defRPr b="0" i="0" sz="997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86195" lvl="3" marL="1828800" marR="0" rtl="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907"/>
              <a:buFont typeface="Arial"/>
              <a:buChar char="•"/>
              <a:defRPr b="0" i="0" sz="907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286195" lvl="4" marL="2286000" marR="0" rtl="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907"/>
              <a:buFont typeface="Arial"/>
              <a:buChar char="•"/>
              <a:defRPr b="0" i="0" sz="907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01054" lvl="5" marL="2743200" marR="0" rtl="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141"/>
              <a:buFont typeface="Arial"/>
              <a:buChar char="•"/>
              <a:defRPr b="0" i="0" sz="1141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01054" lvl="6" marL="3200400" marR="0" rtl="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141"/>
              <a:buFont typeface="Arial"/>
              <a:buChar char="•"/>
              <a:defRPr b="0" i="0" sz="1141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01053" lvl="7" marL="3657600" marR="0" rtl="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141"/>
              <a:buFont typeface="Arial"/>
              <a:buChar char="•"/>
              <a:defRPr b="0" i="0" sz="1141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01053" lvl="8" marL="4114800" marR="0" rtl="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141"/>
              <a:buFont typeface="Arial"/>
              <a:buChar char="•"/>
              <a:defRPr b="0" i="0" sz="1141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6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6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4156">
          <p15:clr>
            <a:srgbClr val="F26B43"/>
          </p15:clr>
        </p15:guide>
        <p15:guide id="2" orient="horz" pos="482">
          <p15:clr>
            <a:srgbClr val="F26B43"/>
          </p15:clr>
        </p15:guide>
        <p15:guide id="3" pos="218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249">
          <p15:clr>
            <a:srgbClr val="F26B43"/>
          </p15:clr>
        </p15:guide>
        <p15:guide id="6" orient="horz" pos="4042">
          <p15:clr>
            <a:srgbClr val="F26B43"/>
          </p15:clr>
        </p15:guide>
        <p15:guide id="7" orient="horz" pos="3906">
          <p15:clr>
            <a:srgbClr val="F26B43"/>
          </p15:clr>
        </p15:guide>
        <p15:guide id="8" orient="horz" pos="640">
          <p15:clr>
            <a:srgbClr val="F26B43"/>
          </p15:clr>
        </p15:guide>
        <p15:guide id="9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6.jpg"/><Relationship Id="rId5" Type="http://schemas.openxmlformats.org/officeDocument/2006/relationships/image" Target="../media/image7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hyperlink" Target="http://lidozvon.ru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jpg"/><Relationship Id="rId4" Type="http://schemas.openxmlformats.org/officeDocument/2006/relationships/image" Target="../media/image2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jpg"/><Relationship Id="rId4" Type="http://schemas.openxmlformats.org/officeDocument/2006/relationships/image" Target="../media/image2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jpg"/><Relationship Id="rId4" Type="http://schemas.openxmlformats.org/officeDocument/2006/relationships/image" Target="../media/image2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7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8.jpg"/><Relationship Id="rId4" Type="http://schemas.openxmlformats.org/officeDocument/2006/relationships/image" Target="../media/image2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3.jpg"/><Relationship Id="rId4" Type="http://schemas.openxmlformats.org/officeDocument/2006/relationships/image" Target="../media/image2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1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8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8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.png"/><Relationship Id="rId4" Type="http://schemas.openxmlformats.org/officeDocument/2006/relationships/image" Target="../media/image20.png"/><Relationship Id="rId5" Type="http://schemas.openxmlformats.org/officeDocument/2006/relationships/image" Target="../media/image22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png"/><Relationship Id="rId3" Type="http://schemas.openxmlformats.org/officeDocument/2006/relationships/image" Target="../media/image15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8.png"/><Relationship Id="rId3" Type="http://schemas.openxmlformats.org/officeDocument/2006/relationships/image" Target="../media/image15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4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3" Type="http://schemas.openxmlformats.org/officeDocument/2006/relationships/image" Target="../media/image8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4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5"/>
          <p:cNvSpPr txBox="1"/>
          <p:nvPr>
            <p:ph type="ctrTitle"/>
          </p:nvPr>
        </p:nvSpPr>
        <p:spPr>
          <a:xfrm>
            <a:off x="0" y="4323440"/>
            <a:ext cx="8930641" cy="8270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712788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800"/>
              <a:buFont typeface="Montserrat"/>
              <a:buNone/>
            </a:pPr>
            <a:r>
              <a:rPr lang="ru-RU" sz="4800"/>
              <a:t>УЛЬТРАТЕХ </a:t>
            </a:r>
            <a:endParaRPr sz="4800"/>
          </a:p>
        </p:txBody>
      </p:sp>
      <p:sp>
        <p:nvSpPr>
          <p:cNvPr id="233" name="Google Shape;233;p25"/>
          <p:cNvSpPr txBox="1"/>
          <p:nvPr>
            <p:ph idx="1" type="body"/>
          </p:nvPr>
        </p:nvSpPr>
        <p:spPr>
          <a:xfrm>
            <a:off x="498400" y="5150449"/>
            <a:ext cx="893070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274300" spcFirstLastPara="1" rIns="228600" wrap="square" tIns="45700">
            <a:normAutofit/>
          </a:bodyPr>
          <a:lstStyle/>
          <a:p>
            <a:pPr indent="0" lvl="0" marL="0" rtl="0" algn="l">
              <a:spcBef>
                <a:spcPts val="63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>
                <a:solidFill>
                  <a:schemeClr val="lt1"/>
                </a:solidFill>
              </a:rPr>
              <a:t>Задача № 9. Учебный симулятор подготовки диспетчеров экстренных служб города по вызовам от Системы 112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</a:pPr>
            <a:r>
              <a:rPr lang="ru-RU">
                <a:solidFill>
                  <a:schemeClr val="lt1"/>
                </a:solidFill>
              </a:rPr>
              <a:t>Постановщик: Департамент ГОЧСиПБ города Москвы 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descr="logo_gochs.png" id="234" name="Google Shape;23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6075" y="463153"/>
            <a:ext cx="5429518" cy="82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6"/>
          <p:cNvSpPr/>
          <p:nvPr/>
        </p:nvSpPr>
        <p:spPr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0" name="Google Shape;240;p26"/>
          <p:cNvSpPr txBox="1"/>
          <p:nvPr/>
        </p:nvSpPr>
        <p:spPr>
          <a:xfrm>
            <a:off x="6819904" y="2303118"/>
            <a:ext cx="4945564" cy="6686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rPr b="1" i="0" lang="ru-RU" sz="1600" u="none" cap="none" strike="noStrik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Краткое описание решения: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6"/>
          <p:cNvSpPr txBox="1"/>
          <p:nvPr/>
        </p:nvSpPr>
        <p:spPr>
          <a:xfrm>
            <a:off x="6836600" y="4876074"/>
            <a:ext cx="4945500" cy="17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b="0" i="0" lang="ru-RU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Максимально реалистично: тренажёр звонит на настоящий телефон, как реальный вызов.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b="0" i="0" lang="ru-RU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Работает и онлайн, и полностью без интернета, на обычном компьютере.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b="0" i="0" lang="ru-RU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Учит по реальным правилам 112 и показывает, кто готов выйти на смену.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6"/>
          <p:cNvSpPr txBox="1"/>
          <p:nvPr/>
        </p:nvSpPr>
        <p:spPr>
          <a:xfrm>
            <a:off x="334962" y="3883009"/>
            <a:ext cx="5629858" cy="23990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</a:pPr>
            <a:r>
              <a:rPr b="1" i="0" lang="ru-RU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Капитан: Цыганков Константин, руководитель проекта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4688" lvl="0" marL="144688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</a:pPr>
            <a:r>
              <a:rPr b="1" i="0" lang="ru-RU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Участников: 2 человека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4688" lvl="0" marL="144688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</a:pPr>
            <a:r>
              <a:rPr b="1" i="0" lang="ru-RU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Команда семейная: отец и сын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4688" lvl="0" marL="144688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</a:pPr>
            <a:r>
              <a:rPr b="1" i="0" lang="ru-RU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Опыт: телефонные платформы, голосовые роботы, разработка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4688" lvl="0" marL="144688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</a:pPr>
            <a:r>
              <a:rPr b="1" i="0" lang="ru-RU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Город: Москва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6"/>
          <p:cNvSpPr txBox="1"/>
          <p:nvPr/>
        </p:nvSpPr>
        <p:spPr>
          <a:xfrm>
            <a:off x="334962" y="3484785"/>
            <a:ext cx="2990173" cy="3539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rPr b="1" i="0" lang="ru-RU" sz="1600" u="none" cap="none" strike="noStrik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О команде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6"/>
          <p:cNvSpPr txBox="1"/>
          <p:nvPr>
            <p:ph type="title"/>
          </p:nvPr>
        </p:nvSpPr>
        <p:spPr>
          <a:xfrm>
            <a:off x="6819903" y="1039236"/>
            <a:ext cx="3636703" cy="1015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B2A8C"/>
              </a:buClr>
              <a:buSzPts val="1900"/>
              <a:buFont typeface="Montserrat"/>
              <a:buNone/>
            </a:pPr>
            <a:r>
              <a:rPr lang="ru-RU">
                <a:solidFill>
                  <a:srgbClr val="5B2A8C"/>
                </a:solidFill>
              </a:rPr>
              <a:t>КОМАНДА «УЛЬТРАТЕХ» </a:t>
            </a:r>
            <a:endParaRPr sz="2400">
              <a:solidFill>
                <a:schemeClr val="accent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45" name="Google Shape;245;p26"/>
          <p:cNvCxnSpPr/>
          <p:nvPr/>
        </p:nvCxnSpPr>
        <p:spPr>
          <a:xfrm>
            <a:off x="6880774" y="2240031"/>
            <a:ext cx="4884824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miter lim="0"/>
            <a:headEnd len="sm" w="sm" type="none"/>
            <a:tailEnd len="sm" w="sm" type="none"/>
          </a:ln>
        </p:spPr>
      </p:cxnSp>
      <p:cxnSp>
        <p:nvCxnSpPr>
          <p:cNvPr id="246" name="Google Shape;246;p26"/>
          <p:cNvCxnSpPr/>
          <p:nvPr/>
        </p:nvCxnSpPr>
        <p:spPr>
          <a:xfrm>
            <a:off x="6897347" y="4437879"/>
            <a:ext cx="4884824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miter lim="0"/>
            <a:headEnd len="sm" w="sm" type="none"/>
            <a:tailEnd len="sm" w="sm" type="none"/>
          </a:ln>
        </p:spPr>
      </p:cxnSp>
      <p:cxnSp>
        <p:nvCxnSpPr>
          <p:cNvPr id="247" name="Google Shape;247;p26"/>
          <p:cNvCxnSpPr/>
          <p:nvPr/>
        </p:nvCxnSpPr>
        <p:spPr>
          <a:xfrm>
            <a:off x="395833" y="3448639"/>
            <a:ext cx="5700167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miter lim="0"/>
            <a:headEnd len="sm" w="sm" type="none"/>
            <a:tailEnd len="sm" w="sm" type="none"/>
          </a:ln>
        </p:spPr>
      </p:cxnSp>
      <p:sp>
        <p:nvSpPr>
          <p:cNvPr id="248" name="Google Shape;248;p26"/>
          <p:cNvSpPr txBox="1"/>
          <p:nvPr/>
        </p:nvSpPr>
        <p:spPr>
          <a:xfrm>
            <a:off x="6819904" y="4541737"/>
            <a:ext cx="4945564" cy="6686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rPr b="1" i="0" lang="ru-RU" sz="1600" u="none" cap="none" strike="noStrik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Уникальность решения: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6"/>
          <p:cNvSpPr txBox="1"/>
          <p:nvPr/>
        </p:nvSpPr>
        <p:spPr>
          <a:xfrm>
            <a:off x="6808027" y="2619903"/>
            <a:ext cx="4945565" cy="8900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r>
              <a:rPr b="0" i="0" lang="ru-RU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Тренажёр рабочего места диспетчера службы 112.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1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r>
              <a:rPr b="0" i="0" lang="ru-RU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Обучающийся принимает вызов или карточку, работает в норматив, звонит в службы.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1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r>
              <a:rPr b="0" i="0" lang="ru-RU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Система проверяет каждое действие и объясняет оценку.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6"/>
          <p:cNvSpPr txBox="1"/>
          <p:nvPr/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1200" u="none" cap="none" strike="noStrike">
              <a:solidFill>
                <a:schemeClr val="accent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51" name="Google Shape;251;p26" title="Логотип Ультратех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14650" y="143525"/>
            <a:ext cx="4002064" cy="266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7"/>
          <p:cNvSpPr/>
          <p:nvPr/>
        </p:nvSpPr>
        <p:spPr>
          <a:xfrm>
            <a:off x="2651394" y="1522006"/>
            <a:ext cx="2192713" cy="4834352"/>
          </a:xfrm>
          <a:prstGeom prst="roundRect">
            <a:avLst>
              <a:gd fmla="val 982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8" name="Google Shape;258;p27"/>
          <p:cNvSpPr txBox="1"/>
          <p:nvPr/>
        </p:nvSpPr>
        <p:spPr>
          <a:xfrm>
            <a:off x="2823678" y="4250028"/>
            <a:ext cx="1894354" cy="16246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</a:pPr>
            <a:r>
              <a:rPr b="0" i="0" lang="ru-RU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Разработка, тестирование, стенд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4688" lvl="0" marL="144688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</a:pPr>
            <a:r>
              <a:rPr b="0" i="0" lang="ru-RU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@VadimTsu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4688" lvl="0" marL="144688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</a:pPr>
            <a:r>
              <a:rPr b="0" i="0" lang="ru-RU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+7 902 851-14-49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4688" lvl="0" marL="144688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</a:pPr>
            <a:r>
              <a:rPr b="0" i="0" lang="ru-RU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Москва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27"/>
          <p:cNvSpPr txBox="1"/>
          <p:nvPr/>
        </p:nvSpPr>
        <p:spPr>
          <a:xfrm>
            <a:off x="2823677" y="3622118"/>
            <a:ext cx="1722566" cy="6279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rPr b="1" i="0" lang="ru-RU" sz="1600" u="none" cap="none" strike="noStrik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Вадим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rPr b="1" i="0" lang="ru-RU" sz="1600" u="none" cap="none" strike="noStrik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Цыганков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7"/>
          <p:cNvSpPr/>
          <p:nvPr/>
        </p:nvSpPr>
        <p:spPr>
          <a:xfrm>
            <a:off x="346076" y="1522006"/>
            <a:ext cx="2192713" cy="4834352"/>
          </a:xfrm>
          <a:prstGeom prst="roundRect">
            <a:avLst>
              <a:gd fmla="val 982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1" name="Google Shape;261;p27"/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fmla="val 1870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2" name="Google Shape;262;p27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263" name="Google Shape;263;p27"/>
          <p:cNvSpPr/>
          <p:nvPr>
            <p:ph idx="2" type="pic"/>
          </p:nvPr>
        </p:nvSpPr>
        <p:spPr>
          <a:xfrm>
            <a:off x="581397" y="1816054"/>
            <a:ext cx="1722566" cy="1552901"/>
          </a:xfrm>
          <a:prstGeom prst="rect">
            <a:avLst/>
          </a:prstGeom>
          <a:noFill/>
          <a:ln>
            <a:noFill/>
          </a:ln>
        </p:spPr>
      </p:sp>
      <p:sp>
        <p:nvSpPr>
          <p:cNvPr id="264" name="Google Shape;264;p27"/>
          <p:cNvSpPr/>
          <p:nvPr>
            <p:ph idx="3" type="pic"/>
          </p:nvPr>
        </p:nvSpPr>
        <p:spPr>
          <a:xfrm>
            <a:off x="2886467" y="1826554"/>
            <a:ext cx="1722566" cy="1542401"/>
          </a:xfrm>
          <a:prstGeom prst="rect">
            <a:avLst/>
          </a:prstGeom>
          <a:noFill/>
          <a:ln>
            <a:noFill/>
          </a:ln>
        </p:spPr>
      </p:sp>
      <p:sp>
        <p:nvSpPr>
          <p:cNvPr id="265" name="Google Shape;265;p27"/>
          <p:cNvSpPr txBox="1"/>
          <p:nvPr>
            <p:ph type="title"/>
          </p:nvPr>
        </p:nvSpPr>
        <p:spPr>
          <a:xfrm>
            <a:off x="518359" y="449787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00"/>
              <a:buFont typeface="Montserrat"/>
              <a:buNone/>
            </a:pPr>
            <a:r>
              <a:rPr lang="ru-RU"/>
              <a:t>КОМАНДА «УЛЬТРАТЕХ»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6" name="Google Shape;266;p27"/>
          <p:cNvSpPr txBox="1"/>
          <p:nvPr>
            <p:ph idx="1" type="body"/>
          </p:nvPr>
        </p:nvSpPr>
        <p:spPr>
          <a:xfrm>
            <a:off x="518360" y="4250028"/>
            <a:ext cx="1894354" cy="16246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lang="ru-RU" sz="1200">
                <a:solidFill>
                  <a:schemeClr val="dk1"/>
                </a:solidFill>
              </a:rPr>
              <a:t>Капитан, архитектура и телефония</a:t>
            </a:r>
            <a:endParaRPr/>
          </a:p>
          <a:p>
            <a:pPr indent="-144688" lvl="0" marL="14468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lang="ru-RU" sz="1200">
                <a:solidFill>
                  <a:schemeClr val="dk1"/>
                </a:solidFill>
              </a:rPr>
              <a:t>@Konsttsyg</a:t>
            </a:r>
            <a:endParaRPr/>
          </a:p>
          <a:p>
            <a:pPr indent="-144688" lvl="0" marL="14468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lang="ru-RU" sz="1200">
                <a:solidFill>
                  <a:schemeClr val="dk1"/>
                </a:solidFill>
              </a:rPr>
              <a:t>+7 982 598-49-15</a:t>
            </a:r>
            <a:endParaRPr/>
          </a:p>
          <a:p>
            <a:pPr indent="-144688" lvl="0" marL="14468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lang="ru-RU" sz="1200">
                <a:solidFill>
                  <a:schemeClr val="dk1"/>
                </a:solidFill>
              </a:rPr>
              <a:t>Москва</a:t>
            </a:r>
            <a:endParaRPr/>
          </a:p>
        </p:txBody>
      </p:sp>
      <p:sp>
        <p:nvSpPr>
          <p:cNvPr id="267" name="Google Shape;267;p27"/>
          <p:cNvSpPr txBox="1"/>
          <p:nvPr/>
        </p:nvSpPr>
        <p:spPr>
          <a:xfrm>
            <a:off x="518359" y="3622118"/>
            <a:ext cx="1722566" cy="6279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rPr b="1" i="0" lang="ru-RU" sz="1600" u="none" cap="none" strike="noStrik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Константин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rPr b="1" i="0" lang="ru-RU" sz="1600" u="none" cap="none" strike="noStrik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Цыганков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konstantin-fit.jpg" id="268" name="Google Shape;268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397" y="1816054"/>
            <a:ext cx="1722566" cy="15529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adim-fit.jpg" id="269" name="Google Shape;269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86467" y="1826554"/>
            <a:ext cx="1722566" cy="1542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8"/>
          <p:cNvSpPr/>
          <p:nvPr/>
        </p:nvSpPr>
        <p:spPr>
          <a:xfrm>
            <a:off x="346075" y="324562"/>
            <a:ext cx="3952800" cy="621000"/>
          </a:xfrm>
          <a:prstGeom prst="roundRect">
            <a:avLst>
              <a:gd fmla="val 1870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6" name="Google Shape;276;p28"/>
          <p:cNvSpPr txBox="1"/>
          <p:nvPr>
            <p:ph idx="12" type="sldNum"/>
          </p:nvPr>
        </p:nvSpPr>
        <p:spPr>
          <a:xfrm>
            <a:off x="11413507" y="6356358"/>
            <a:ext cx="559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>
                <a:solidFill>
                  <a:schemeClr val="accent5"/>
                </a:solidFill>
              </a:rPr>
              <a:t>‹#›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277" name="Google Shape;277;p28"/>
          <p:cNvSpPr txBox="1"/>
          <p:nvPr>
            <p:ph type="title"/>
          </p:nvPr>
        </p:nvSpPr>
        <p:spPr>
          <a:xfrm>
            <a:off x="507849" y="449787"/>
            <a:ext cx="98628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00"/>
              <a:buFont typeface="Montserrat"/>
              <a:buNone/>
            </a:pPr>
            <a:r>
              <a:rPr lang="ru-RU"/>
              <a:t>КОМАНДА «УЛЬТРАТЕХ»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8" name="Google Shape;278;p28"/>
          <p:cNvSpPr txBox="1"/>
          <p:nvPr>
            <p:ph idx="1" type="body"/>
          </p:nvPr>
        </p:nvSpPr>
        <p:spPr>
          <a:xfrm>
            <a:off x="533600" y="1602275"/>
            <a:ext cx="44259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</a:pPr>
            <a:r>
              <a:rPr lang="ru-RU">
                <a:solidFill>
                  <a:schemeClr val="dk1"/>
                </a:solidFill>
              </a:rPr>
              <a:t>Отец и сын. 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</a:pPr>
            <a:r>
              <a:rPr lang="ru-RU">
                <a:solidFill>
                  <a:schemeClr val="dk1"/>
                </a:solidFill>
              </a:rPr>
              <a:t>Отец основатель сервиса </a:t>
            </a:r>
            <a:r>
              <a:rPr lang="ru-RU" u="sng">
                <a:solidFill>
                  <a:schemeClr val="hlink"/>
                </a:solidFill>
                <a:hlinkClick r:id="rId4"/>
              </a:rPr>
              <a:t>lidozvon.ru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</a:pPr>
            <a:r>
              <a:rPr lang="ru-RU">
                <a:solidFill>
                  <a:schemeClr val="dk1"/>
                </a:solidFill>
              </a:rPr>
              <a:t>Вместе ведём продукт для колл-центров, поэтому вызовы и очереди это наша ежедневная работа.</a:t>
            </a:r>
            <a:endParaRPr/>
          </a:p>
        </p:txBody>
      </p:sp>
      <p:sp>
        <p:nvSpPr>
          <p:cNvPr id="279" name="Google Shape;279;p28"/>
          <p:cNvSpPr txBox="1"/>
          <p:nvPr/>
        </p:nvSpPr>
        <p:spPr>
          <a:xfrm>
            <a:off x="533607" y="1279645"/>
            <a:ext cx="2990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r>
              <a:rPr b="1" i="0" lang="ru-RU" sz="1400" u="none" cap="none" strike="noStrik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Краткая история команды: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28"/>
          <p:cNvSpPr txBox="1"/>
          <p:nvPr/>
        </p:nvSpPr>
        <p:spPr>
          <a:xfrm>
            <a:off x="533600" y="5139247"/>
            <a:ext cx="7318800" cy="17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b="0" i="0" lang="ru-RU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Главное ограничение заказчика: без интернета и без видеокарты. Мы перевернули задачу: заявитель говорит только утверждённые преподавателем реплики, а модель понимает вопрос и выбирает подходящую. Ответ около секунды на обычном процессоре.</a:t>
            </a:r>
            <a:endParaRPr b="0"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b="0" i="0" lang="ru-RU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Второй поворот: из ответов заказчика выяснилось, что учить надо диспетчера ДДС, а не оператора 112, и что главное в телефонии это исходящие звонки в службы.</a:t>
            </a:r>
            <a:endParaRPr b="0"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1" name="Google Shape;281;p28"/>
          <p:cNvSpPr txBox="1"/>
          <p:nvPr/>
        </p:nvSpPr>
        <p:spPr>
          <a:xfrm>
            <a:off x="533608" y="4571473"/>
            <a:ext cx="64386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r>
              <a:rPr b="1" i="0" lang="ru-RU" sz="1400" u="none" cap="none" strike="noStrik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С какими основными сложностями или вызовами </a:t>
            </a:r>
            <a:br>
              <a:rPr b="1" i="0" lang="ru-RU" sz="1400" u="none" cap="none" strike="noStrik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i="0" lang="ru-RU" sz="1400" u="none" cap="none" strike="noStrik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вы столкнулись и как их преодолели?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28"/>
          <p:cNvSpPr txBox="1"/>
          <p:nvPr/>
        </p:nvSpPr>
        <p:spPr>
          <a:xfrm>
            <a:off x="533607" y="3429000"/>
            <a:ext cx="4945500" cy="10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b="0" i="0" lang="ru-RU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Задачу выбрали потому, что телефония и обработка вызовов наша область. </a:t>
            </a:r>
            <a:endParaRPr b="0"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b="0" i="0" lang="ru-RU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Здесь от качества работы диспетчера зависит, как быстро приедет помощь.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28"/>
          <p:cNvSpPr txBox="1"/>
          <p:nvPr/>
        </p:nvSpPr>
        <p:spPr>
          <a:xfrm>
            <a:off x="533607" y="2900091"/>
            <a:ext cx="56298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r>
              <a:rPr b="1" i="0" lang="ru-RU" sz="1400" u="none" cap="none" strike="noStrik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Почему вы выбрали именно эту задачу </a:t>
            </a:r>
            <a:br>
              <a:rPr b="1" i="0" lang="ru-RU" sz="1400" u="none" cap="none" strike="noStrik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i="0" lang="ru-RU" sz="1400" u="none" cap="none" strike="noStrik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из предложенных на хакатоне?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4" name="Google Shape;284;p28"/>
          <p:cNvCxnSpPr/>
          <p:nvPr/>
        </p:nvCxnSpPr>
        <p:spPr>
          <a:xfrm>
            <a:off x="623888" y="2745691"/>
            <a:ext cx="112332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0"/>
            <a:headEnd len="sm" w="sm" type="none"/>
            <a:tailEnd len="sm" w="sm" type="none"/>
          </a:ln>
        </p:spPr>
      </p:cxnSp>
      <p:cxnSp>
        <p:nvCxnSpPr>
          <p:cNvPr id="285" name="Google Shape;285;p28"/>
          <p:cNvCxnSpPr/>
          <p:nvPr/>
        </p:nvCxnSpPr>
        <p:spPr>
          <a:xfrm>
            <a:off x="623888" y="4407066"/>
            <a:ext cx="112332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0"/>
            <a:headEnd len="sm" w="sm" type="none"/>
            <a:tailEnd len="sm" w="sm" type="none"/>
          </a:ln>
        </p:spPr>
      </p:cxnSp>
      <p:cxnSp>
        <p:nvCxnSpPr>
          <p:cNvPr id="286" name="Google Shape;286;p28"/>
          <p:cNvCxnSpPr/>
          <p:nvPr/>
        </p:nvCxnSpPr>
        <p:spPr>
          <a:xfrm>
            <a:off x="623888" y="1110074"/>
            <a:ext cx="112332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0"/>
            <a:headEnd len="sm" w="sm" type="none"/>
            <a:tailEnd len="sm" w="sm" type="none"/>
          </a:ln>
        </p:spPr>
      </p:cxnSp>
      <p:sp>
        <p:nvSpPr>
          <p:cNvPr id="287" name="Google Shape;287;p28"/>
          <p:cNvSpPr txBox="1"/>
          <p:nvPr/>
        </p:nvSpPr>
        <p:spPr>
          <a:xfrm>
            <a:off x="11015788" y="1279645"/>
            <a:ext cx="956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r>
              <a:rPr b="1" i="0" lang="ru-RU" sz="1400" u="none" cap="none" strike="noStrik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28"/>
          <p:cNvSpPr txBox="1"/>
          <p:nvPr/>
        </p:nvSpPr>
        <p:spPr>
          <a:xfrm>
            <a:off x="11015788" y="2900091"/>
            <a:ext cx="9306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r>
              <a:rPr b="1" i="0" lang="ru-RU" sz="1400" u="none" cap="none" strike="noStrik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28"/>
          <p:cNvSpPr txBox="1"/>
          <p:nvPr/>
        </p:nvSpPr>
        <p:spPr>
          <a:xfrm>
            <a:off x="11015788" y="4571473"/>
            <a:ext cx="930600" cy="5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r>
              <a:rPr b="1" i="0" lang="ru-RU" sz="1400" u="none" cap="none" strike="noStrik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9"/>
          <p:cNvSpPr/>
          <p:nvPr/>
        </p:nvSpPr>
        <p:spPr>
          <a:xfrm>
            <a:off x="346075" y="324562"/>
            <a:ext cx="3750900" cy="621000"/>
          </a:xfrm>
          <a:prstGeom prst="roundRect">
            <a:avLst>
              <a:gd fmla="val 1870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5" name="Google Shape;295;p29"/>
          <p:cNvSpPr/>
          <p:nvPr/>
        </p:nvSpPr>
        <p:spPr>
          <a:xfrm>
            <a:off x="6230774" y="1211284"/>
            <a:ext cx="5440200" cy="4989600"/>
          </a:xfrm>
          <a:prstGeom prst="roundRect">
            <a:avLst>
              <a:gd fmla="val 3865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6" name="Google Shape;296;p29"/>
          <p:cNvSpPr/>
          <p:nvPr/>
        </p:nvSpPr>
        <p:spPr>
          <a:xfrm>
            <a:off x="346076" y="1211284"/>
            <a:ext cx="5440200" cy="4989600"/>
          </a:xfrm>
          <a:prstGeom prst="roundRect">
            <a:avLst>
              <a:gd fmla="val 340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7" name="Google Shape;297;p29"/>
          <p:cNvSpPr txBox="1"/>
          <p:nvPr>
            <p:ph idx="12" type="sldNum"/>
          </p:nvPr>
        </p:nvSpPr>
        <p:spPr>
          <a:xfrm>
            <a:off x="11413507" y="6356358"/>
            <a:ext cx="559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298" name="Google Shape;298;p29"/>
          <p:cNvSpPr txBox="1"/>
          <p:nvPr>
            <p:ph idx="2" type="body"/>
          </p:nvPr>
        </p:nvSpPr>
        <p:spPr>
          <a:xfrm>
            <a:off x="589493" y="1920927"/>
            <a:ext cx="4929900" cy="38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9" lvl="0" marL="144689" rtl="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ru-RU" sz="1400">
                <a:solidFill>
                  <a:schemeClr val="dk1"/>
                </a:solidFill>
              </a:rPr>
              <a:t>Веб-приложение, работает без интернета: интерфейс, сервер, база, телефония Asterisk.</a:t>
            </a:r>
            <a:endParaRPr sz="1400">
              <a:solidFill>
                <a:schemeClr val="dk1"/>
              </a:solidFill>
            </a:endParaRPr>
          </a:p>
          <a:p>
            <a:pPr indent="-144689" lvl="0" marL="144689" rtl="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ru-RU" sz="1400">
                <a:solidFill>
                  <a:schemeClr val="dk1"/>
                </a:solidFill>
              </a:rPr>
              <a:t>Настоящая телефония: через </a:t>
            </a:r>
            <a:r>
              <a:rPr lang="ru-RU" sz="1400">
                <a:solidFill>
                  <a:schemeClr val="dk1"/>
                </a:solidFill>
              </a:rPr>
              <a:t>подключенный</a:t>
            </a:r>
            <a:r>
              <a:rPr lang="ru-RU" sz="1400">
                <a:solidFill>
                  <a:schemeClr val="dk1"/>
                </a:solidFill>
              </a:rPr>
              <a:t> SIP-транк тренажёр звонит на реальные телефоны и принимает входящие.</a:t>
            </a:r>
            <a:endParaRPr sz="1400">
              <a:solidFill>
                <a:schemeClr val="dk1"/>
              </a:solidFill>
            </a:endParaRPr>
          </a:p>
          <a:p>
            <a:pPr indent="-144689" lvl="0" marL="144689" rtl="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ru-RU" sz="1400">
                <a:solidFill>
                  <a:schemeClr val="dk1"/>
                </a:solidFill>
              </a:rPr>
              <a:t>ИИ-модели стоят на том же сервере, при желании подключаются внешние.</a:t>
            </a:r>
            <a:endParaRPr sz="1400">
              <a:solidFill>
                <a:schemeClr val="dk1"/>
              </a:solidFill>
            </a:endParaRPr>
          </a:p>
          <a:p>
            <a:pPr indent="-144689" lvl="0" marL="144689" rtl="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ru-RU" sz="1400">
                <a:solidFill>
                  <a:schemeClr val="dk1"/>
                </a:solidFill>
              </a:rPr>
              <a:t>Оценка прозрачна: каждый балл объясняется правилом из памятки службы.</a:t>
            </a:r>
            <a:endParaRPr sz="1400">
              <a:solidFill>
                <a:schemeClr val="dk1"/>
              </a:solidFill>
            </a:endParaRPr>
          </a:p>
          <a:p>
            <a:pPr indent="-144689" lvl="0" marL="144689" rtl="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ru-RU" sz="1400">
                <a:solidFill>
                  <a:schemeClr val="dk1"/>
                </a:solidFill>
              </a:rPr>
              <a:t>Ставится одной командой, переносится на флешке.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299" name="Google Shape;299;p29"/>
          <p:cNvSpPr txBox="1"/>
          <p:nvPr>
            <p:ph idx="6" type="body"/>
          </p:nvPr>
        </p:nvSpPr>
        <p:spPr>
          <a:xfrm>
            <a:off x="6513513" y="1920927"/>
            <a:ext cx="4957200" cy="3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9" lvl="0" marL="144689" marR="0" rtl="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ru-RU" sz="1400">
                <a:solidFill>
                  <a:schemeClr val="dk1"/>
                </a:solidFill>
              </a:rPr>
              <a:t>Кому: службам, подключённым к 112, и учебным центрам.</a:t>
            </a:r>
            <a:endParaRPr sz="1400">
              <a:solidFill>
                <a:schemeClr val="dk1"/>
              </a:solidFill>
            </a:endParaRPr>
          </a:p>
          <a:p>
            <a:pPr indent="-144689" lvl="0" marL="144689" marR="0" rtl="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ru-RU" sz="1400">
                <a:solidFill>
                  <a:schemeClr val="dk1"/>
                </a:solidFill>
              </a:rPr>
              <a:t>Зачем: готовит новичков и проверяет действующих без риска для реальных вызовов.</a:t>
            </a:r>
            <a:endParaRPr sz="1400">
              <a:solidFill>
                <a:schemeClr val="dk1"/>
              </a:solidFill>
            </a:endParaRPr>
          </a:p>
          <a:p>
            <a:pPr indent="-144689" lvl="0" marL="144689" marR="0" rtl="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ru-RU" sz="1400">
                <a:solidFill>
                  <a:schemeClr val="dk1"/>
                </a:solidFill>
              </a:rPr>
              <a:t>Выгода: экономит наставников и бережёт живые звонки от учебных ошибок.</a:t>
            </a:r>
            <a:endParaRPr sz="1400">
              <a:solidFill>
                <a:schemeClr val="dk1"/>
              </a:solidFill>
            </a:endParaRPr>
          </a:p>
          <a:p>
            <a:pPr indent="-144689" lvl="0" marL="144689" marR="0" rtl="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ru-RU" sz="1400">
                <a:solidFill>
                  <a:schemeClr val="dk1"/>
                </a:solidFill>
              </a:rPr>
              <a:t>Легко тиражировать: своя памятка и классификатор под любой регион, код менять не надо.</a:t>
            </a:r>
            <a:endParaRPr sz="1400">
              <a:solidFill>
                <a:schemeClr val="dk1"/>
              </a:solidFill>
            </a:endParaRPr>
          </a:p>
          <a:p>
            <a:pPr indent="0" lvl="0" marL="144689" rtl="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SzPts val="1800"/>
              <a:buNone/>
            </a:pPr>
            <a:br>
              <a:rPr lang="ru-RU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</p:txBody>
      </p:sp>
      <p:sp>
        <p:nvSpPr>
          <p:cNvPr id="300" name="Google Shape;300;p29"/>
          <p:cNvSpPr txBox="1"/>
          <p:nvPr>
            <p:ph type="title"/>
          </p:nvPr>
        </p:nvSpPr>
        <p:spPr>
          <a:xfrm>
            <a:off x="525817" y="456851"/>
            <a:ext cx="98628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00"/>
              <a:buFont typeface="Montserrat"/>
              <a:buNone/>
            </a:pPr>
            <a:r>
              <a:rPr lang="ru-RU"/>
              <a:t>КОРОТКО О РЕШЕНИИ</a:t>
            </a:r>
            <a:endParaRPr/>
          </a:p>
        </p:txBody>
      </p:sp>
      <p:sp>
        <p:nvSpPr>
          <p:cNvPr id="301" name="Google Shape;301;p29"/>
          <p:cNvSpPr txBox="1"/>
          <p:nvPr>
            <p:ph idx="16" type="body"/>
          </p:nvPr>
        </p:nvSpPr>
        <p:spPr>
          <a:xfrm>
            <a:off x="578063" y="1476583"/>
            <a:ext cx="4929900" cy="5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</a:pPr>
            <a:r>
              <a:rPr b="1" lang="ru-RU" sz="2000">
                <a:solidFill>
                  <a:schemeClr val="accent5"/>
                </a:solidFill>
              </a:rPr>
              <a:t>Техническая суть решения</a:t>
            </a:r>
            <a:endParaRPr/>
          </a:p>
        </p:txBody>
      </p:sp>
      <p:sp>
        <p:nvSpPr>
          <p:cNvPr id="302" name="Google Shape;302;p29"/>
          <p:cNvSpPr txBox="1"/>
          <p:nvPr>
            <p:ph idx="18" type="body"/>
          </p:nvPr>
        </p:nvSpPr>
        <p:spPr>
          <a:xfrm>
            <a:off x="6513513" y="1476583"/>
            <a:ext cx="52146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</a:pPr>
            <a:r>
              <a:rPr b="1" lang="ru-RU" sz="2000">
                <a:solidFill>
                  <a:schemeClr val="accent5"/>
                </a:solidFill>
              </a:rPr>
              <a:t>Маркетинговая суть решения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</a:pPr>
            <a:r>
              <a:t/>
            </a:r>
            <a:endParaRPr b="1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0"/>
          <p:cNvSpPr/>
          <p:nvPr/>
        </p:nvSpPr>
        <p:spPr>
          <a:xfrm>
            <a:off x="2255520" y="2926080"/>
            <a:ext cx="7680960" cy="2651760"/>
          </a:xfrm>
          <a:prstGeom prst="roundRect">
            <a:avLst>
              <a:gd fmla="val 515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8" name="Google Shape;308;p30"/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fmla="val 1870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9" name="Google Shape;309;p30"/>
          <p:cNvSpPr/>
          <p:nvPr/>
        </p:nvSpPr>
        <p:spPr>
          <a:xfrm>
            <a:off x="5340096" y="1366572"/>
            <a:ext cx="1504594" cy="1401168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chemeClr val="accent1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0" name="Google Shape;310;p30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>
                <a:solidFill>
                  <a:schemeClr val="accent5"/>
                </a:solidFill>
              </a:rPr>
              <a:t>‹#›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311" name="Google Shape;311;p30"/>
          <p:cNvSpPr/>
          <p:nvPr>
            <p:ph idx="1" type="body"/>
          </p:nvPr>
        </p:nvSpPr>
        <p:spPr>
          <a:xfrm>
            <a:off x="2712720" y="2926080"/>
            <a:ext cx="6766560" cy="265176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500"/>
              <a:buNone/>
            </a:pPr>
            <a:r>
              <a:rPr b="1" lang="ru-RU" sz="3400">
                <a:solidFill>
                  <a:srgbClr val="2E124A"/>
                </a:solidFill>
              </a:rPr>
              <a:t>Ошибка стоит минут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ctr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SzPts val="1400"/>
              <a:buNone/>
            </a:pPr>
            <a:r>
              <a:rPr b="0" lang="ru-RU" sz="1800">
                <a:solidFill>
                  <a:srgbClr val="2E124A"/>
                </a:solidFill>
              </a:rPr>
              <a:t>Диспетчер принимает вызов и поднимает службы. Промедление это задержка помощи.</a:t>
            </a:r>
            <a:endParaRPr/>
          </a:p>
        </p:txBody>
      </p:sp>
      <p:grpSp>
        <p:nvGrpSpPr>
          <p:cNvPr id="312" name="Google Shape;312;p30"/>
          <p:cNvGrpSpPr/>
          <p:nvPr/>
        </p:nvGrpSpPr>
        <p:grpSpPr>
          <a:xfrm>
            <a:off x="5698165" y="1753233"/>
            <a:ext cx="738531" cy="687909"/>
            <a:chOff x="3385734" y="2233242"/>
            <a:chExt cx="340504" cy="319542"/>
          </a:xfrm>
        </p:grpSpPr>
        <p:sp>
          <p:nvSpPr>
            <p:cNvPr id="313" name="Google Shape;313;p30"/>
            <p:cNvSpPr/>
            <p:nvPr/>
          </p:nvSpPr>
          <p:spPr>
            <a:xfrm>
              <a:off x="3385734" y="2233242"/>
              <a:ext cx="340504" cy="319542"/>
            </a:xfrm>
            <a:custGeom>
              <a:rect b="b" l="l" r="r" t="t"/>
              <a:pathLst>
                <a:path extrusionOk="0" h="9289" w="10122">
                  <a:moveTo>
                    <a:pt x="9574" y="310"/>
                  </a:moveTo>
                  <a:cubicBezTo>
                    <a:pt x="9717" y="310"/>
                    <a:pt x="9812" y="406"/>
                    <a:pt x="9812" y="549"/>
                  </a:cubicBezTo>
                  <a:lnTo>
                    <a:pt x="9812" y="5669"/>
                  </a:lnTo>
                  <a:lnTo>
                    <a:pt x="8622" y="5669"/>
                  </a:lnTo>
                  <a:cubicBezTo>
                    <a:pt x="8550" y="5669"/>
                    <a:pt x="8479" y="5740"/>
                    <a:pt x="8479" y="5812"/>
                  </a:cubicBezTo>
                  <a:cubicBezTo>
                    <a:pt x="8479" y="5907"/>
                    <a:pt x="8550" y="5978"/>
                    <a:pt x="8622" y="5978"/>
                  </a:cubicBezTo>
                  <a:lnTo>
                    <a:pt x="9812" y="5978"/>
                  </a:lnTo>
                  <a:lnTo>
                    <a:pt x="9812" y="6455"/>
                  </a:lnTo>
                  <a:cubicBezTo>
                    <a:pt x="9812" y="6597"/>
                    <a:pt x="9717" y="6717"/>
                    <a:pt x="9574" y="6717"/>
                  </a:cubicBezTo>
                  <a:lnTo>
                    <a:pt x="549" y="6717"/>
                  </a:lnTo>
                  <a:cubicBezTo>
                    <a:pt x="406" y="6717"/>
                    <a:pt x="287" y="6597"/>
                    <a:pt x="287" y="6455"/>
                  </a:cubicBezTo>
                  <a:lnTo>
                    <a:pt x="287" y="5978"/>
                  </a:lnTo>
                  <a:lnTo>
                    <a:pt x="7979" y="5978"/>
                  </a:lnTo>
                  <a:cubicBezTo>
                    <a:pt x="8050" y="5978"/>
                    <a:pt x="8122" y="5907"/>
                    <a:pt x="8122" y="5812"/>
                  </a:cubicBezTo>
                  <a:cubicBezTo>
                    <a:pt x="8122" y="5740"/>
                    <a:pt x="8050" y="5669"/>
                    <a:pt x="7979" y="5669"/>
                  </a:cubicBezTo>
                  <a:lnTo>
                    <a:pt x="6216" y="5669"/>
                  </a:lnTo>
                  <a:lnTo>
                    <a:pt x="6216" y="310"/>
                  </a:lnTo>
                  <a:close/>
                  <a:moveTo>
                    <a:pt x="5335" y="7002"/>
                  </a:moveTo>
                  <a:lnTo>
                    <a:pt x="5335" y="7193"/>
                  </a:lnTo>
                  <a:cubicBezTo>
                    <a:pt x="5335" y="7360"/>
                    <a:pt x="5216" y="7479"/>
                    <a:pt x="5049" y="7479"/>
                  </a:cubicBezTo>
                  <a:cubicBezTo>
                    <a:pt x="4907" y="7479"/>
                    <a:pt x="4764" y="7360"/>
                    <a:pt x="4764" y="7193"/>
                  </a:cubicBezTo>
                  <a:lnTo>
                    <a:pt x="4764" y="7002"/>
                  </a:lnTo>
                  <a:close/>
                  <a:moveTo>
                    <a:pt x="6073" y="7002"/>
                  </a:moveTo>
                  <a:lnTo>
                    <a:pt x="6169" y="8241"/>
                  </a:lnTo>
                  <a:lnTo>
                    <a:pt x="3954" y="8241"/>
                  </a:lnTo>
                  <a:lnTo>
                    <a:pt x="4049" y="7002"/>
                  </a:lnTo>
                  <a:lnTo>
                    <a:pt x="4478" y="7002"/>
                  </a:lnTo>
                  <a:lnTo>
                    <a:pt x="4478" y="7193"/>
                  </a:lnTo>
                  <a:cubicBezTo>
                    <a:pt x="4478" y="7526"/>
                    <a:pt x="4740" y="7788"/>
                    <a:pt x="5049" y="7788"/>
                  </a:cubicBezTo>
                  <a:cubicBezTo>
                    <a:pt x="5383" y="7788"/>
                    <a:pt x="5645" y="7526"/>
                    <a:pt x="5645" y="7193"/>
                  </a:cubicBezTo>
                  <a:lnTo>
                    <a:pt x="5645" y="7002"/>
                  </a:lnTo>
                  <a:close/>
                  <a:moveTo>
                    <a:pt x="6859" y="8526"/>
                  </a:moveTo>
                  <a:cubicBezTo>
                    <a:pt x="6883" y="8526"/>
                    <a:pt x="6907" y="8550"/>
                    <a:pt x="6907" y="8574"/>
                  </a:cubicBezTo>
                  <a:lnTo>
                    <a:pt x="6907" y="8955"/>
                  </a:lnTo>
                  <a:cubicBezTo>
                    <a:pt x="6907" y="8979"/>
                    <a:pt x="6883" y="9003"/>
                    <a:pt x="6859" y="9003"/>
                  </a:cubicBezTo>
                  <a:lnTo>
                    <a:pt x="3263" y="9003"/>
                  </a:lnTo>
                  <a:cubicBezTo>
                    <a:pt x="3240" y="9003"/>
                    <a:pt x="3216" y="8979"/>
                    <a:pt x="3216" y="8955"/>
                  </a:cubicBezTo>
                  <a:lnTo>
                    <a:pt x="3216" y="8574"/>
                  </a:lnTo>
                  <a:cubicBezTo>
                    <a:pt x="3216" y="8550"/>
                    <a:pt x="3240" y="8526"/>
                    <a:pt x="3263" y="8526"/>
                  </a:cubicBezTo>
                  <a:close/>
                  <a:moveTo>
                    <a:pt x="549" y="1"/>
                  </a:moveTo>
                  <a:cubicBezTo>
                    <a:pt x="239" y="1"/>
                    <a:pt x="1" y="239"/>
                    <a:pt x="1" y="549"/>
                  </a:cubicBezTo>
                  <a:lnTo>
                    <a:pt x="1" y="1477"/>
                  </a:lnTo>
                  <a:cubicBezTo>
                    <a:pt x="1" y="1573"/>
                    <a:pt x="72" y="1644"/>
                    <a:pt x="144" y="1644"/>
                  </a:cubicBezTo>
                  <a:cubicBezTo>
                    <a:pt x="215" y="1644"/>
                    <a:pt x="287" y="1573"/>
                    <a:pt x="287" y="1477"/>
                  </a:cubicBezTo>
                  <a:lnTo>
                    <a:pt x="287" y="549"/>
                  </a:lnTo>
                  <a:cubicBezTo>
                    <a:pt x="287" y="406"/>
                    <a:pt x="406" y="310"/>
                    <a:pt x="549" y="310"/>
                  </a:cubicBezTo>
                  <a:lnTo>
                    <a:pt x="5907" y="310"/>
                  </a:lnTo>
                  <a:lnTo>
                    <a:pt x="5907" y="5669"/>
                  </a:lnTo>
                  <a:lnTo>
                    <a:pt x="287" y="5669"/>
                  </a:lnTo>
                  <a:lnTo>
                    <a:pt x="287" y="2144"/>
                  </a:lnTo>
                  <a:cubicBezTo>
                    <a:pt x="287" y="2049"/>
                    <a:pt x="239" y="2001"/>
                    <a:pt x="144" y="2001"/>
                  </a:cubicBezTo>
                  <a:cubicBezTo>
                    <a:pt x="72" y="2001"/>
                    <a:pt x="1" y="2049"/>
                    <a:pt x="1" y="2144"/>
                  </a:cubicBezTo>
                  <a:lnTo>
                    <a:pt x="1" y="6455"/>
                  </a:lnTo>
                  <a:cubicBezTo>
                    <a:pt x="1" y="6764"/>
                    <a:pt x="239" y="7002"/>
                    <a:pt x="549" y="7002"/>
                  </a:cubicBezTo>
                  <a:lnTo>
                    <a:pt x="3763" y="7002"/>
                  </a:lnTo>
                  <a:lnTo>
                    <a:pt x="3644" y="8241"/>
                  </a:lnTo>
                  <a:lnTo>
                    <a:pt x="3263" y="8241"/>
                  </a:lnTo>
                  <a:cubicBezTo>
                    <a:pt x="3073" y="8241"/>
                    <a:pt x="2930" y="8384"/>
                    <a:pt x="2930" y="8574"/>
                  </a:cubicBezTo>
                  <a:lnTo>
                    <a:pt x="2930" y="8955"/>
                  </a:lnTo>
                  <a:cubicBezTo>
                    <a:pt x="2930" y="9146"/>
                    <a:pt x="3073" y="9288"/>
                    <a:pt x="3263" y="9288"/>
                  </a:cubicBezTo>
                  <a:lnTo>
                    <a:pt x="6859" y="9288"/>
                  </a:lnTo>
                  <a:cubicBezTo>
                    <a:pt x="7050" y="9288"/>
                    <a:pt x="7193" y="9146"/>
                    <a:pt x="7193" y="8955"/>
                  </a:cubicBezTo>
                  <a:lnTo>
                    <a:pt x="7193" y="8574"/>
                  </a:lnTo>
                  <a:cubicBezTo>
                    <a:pt x="7193" y="8384"/>
                    <a:pt x="7050" y="8241"/>
                    <a:pt x="6859" y="8241"/>
                  </a:cubicBezTo>
                  <a:lnTo>
                    <a:pt x="6478" y="8241"/>
                  </a:lnTo>
                  <a:lnTo>
                    <a:pt x="6359" y="7002"/>
                  </a:lnTo>
                  <a:lnTo>
                    <a:pt x="9574" y="7002"/>
                  </a:lnTo>
                  <a:cubicBezTo>
                    <a:pt x="9860" y="7002"/>
                    <a:pt x="10122" y="6764"/>
                    <a:pt x="10122" y="6455"/>
                  </a:cubicBezTo>
                  <a:lnTo>
                    <a:pt x="10122" y="549"/>
                  </a:lnTo>
                  <a:cubicBezTo>
                    <a:pt x="10122" y="239"/>
                    <a:pt x="9884" y="1"/>
                    <a:pt x="9574" y="1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14" name="Google Shape;314;p30"/>
            <p:cNvSpPr/>
            <p:nvPr/>
          </p:nvSpPr>
          <p:spPr>
            <a:xfrm>
              <a:off x="3420989" y="2296022"/>
              <a:ext cx="143441" cy="113382"/>
            </a:xfrm>
            <a:custGeom>
              <a:rect b="b" l="l" r="r" t="t"/>
              <a:pathLst>
                <a:path extrusionOk="0" h="3296" w="4264">
                  <a:moveTo>
                    <a:pt x="3897" y="0"/>
                  </a:moveTo>
                  <a:cubicBezTo>
                    <a:pt x="3848" y="0"/>
                    <a:pt x="3805" y="22"/>
                    <a:pt x="3787" y="57"/>
                  </a:cubicBezTo>
                  <a:lnTo>
                    <a:pt x="2835" y="1176"/>
                  </a:lnTo>
                  <a:lnTo>
                    <a:pt x="2596" y="986"/>
                  </a:lnTo>
                  <a:cubicBezTo>
                    <a:pt x="2573" y="962"/>
                    <a:pt x="2537" y="950"/>
                    <a:pt x="2501" y="950"/>
                  </a:cubicBezTo>
                  <a:cubicBezTo>
                    <a:pt x="2465" y="950"/>
                    <a:pt x="2430" y="962"/>
                    <a:pt x="2406" y="986"/>
                  </a:cubicBezTo>
                  <a:lnTo>
                    <a:pt x="1811" y="1629"/>
                  </a:lnTo>
                  <a:lnTo>
                    <a:pt x="1096" y="1367"/>
                  </a:lnTo>
                  <a:cubicBezTo>
                    <a:pt x="1084" y="1355"/>
                    <a:pt x="1066" y="1349"/>
                    <a:pt x="1045" y="1349"/>
                  </a:cubicBezTo>
                  <a:cubicBezTo>
                    <a:pt x="1025" y="1349"/>
                    <a:pt x="1001" y="1355"/>
                    <a:pt x="977" y="1367"/>
                  </a:cubicBezTo>
                  <a:lnTo>
                    <a:pt x="286" y="1772"/>
                  </a:lnTo>
                  <a:lnTo>
                    <a:pt x="286" y="462"/>
                  </a:lnTo>
                  <a:cubicBezTo>
                    <a:pt x="286" y="391"/>
                    <a:pt x="239" y="319"/>
                    <a:pt x="144" y="319"/>
                  </a:cubicBezTo>
                  <a:cubicBezTo>
                    <a:pt x="72" y="319"/>
                    <a:pt x="1" y="391"/>
                    <a:pt x="1" y="462"/>
                  </a:cubicBezTo>
                  <a:lnTo>
                    <a:pt x="1" y="3153"/>
                  </a:lnTo>
                  <a:cubicBezTo>
                    <a:pt x="1" y="3225"/>
                    <a:pt x="72" y="3296"/>
                    <a:pt x="144" y="3296"/>
                  </a:cubicBezTo>
                  <a:lnTo>
                    <a:pt x="4121" y="3296"/>
                  </a:lnTo>
                  <a:cubicBezTo>
                    <a:pt x="4192" y="3296"/>
                    <a:pt x="4263" y="3225"/>
                    <a:pt x="4263" y="3153"/>
                  </a:cubicBezTo>
                  <a:cubicBezTo>
                    <a:pt x="4263" y="3082"/>
                    <a:pt x="4216" y="3010"/>
                    <a:pt x="4121" y="3010"/>
                  </a:cubicBezTo>
                  <a:lnTo>
                    <a:pt x="4049" y="3010"/>
                  </a:lnTo>
                  <a:lnTo>
                    <a:pt x="4049" y="2200"/>
                  </a:lnTo>
                  <a:cubicBezTo>
                    <a:pt x="4049" y="2105"/>
                    <a:pt x="3978" y="2034"/>
                    <a:pt x="3906" y="2034"/>
                  </a:cubicBezTo>
                  <a:cubicBezTo>
                    <a:pt x="3811" y="2034"/>
                    <a:pt x="3739" y="2105"/>
                    <a:pt x="3739" y="2200"/>
                  </a:cubicBezTo>
                  <a:lnTo>
                    <a:pt x="3739" y="3010"/>
                  </a:lnTo>
                  <a:lnTo>
                    <a:pt x="3382" y="3010"/>
                  </a:lnTo>
                  <a:lnTo>
                    <a:pt x="3382" y="2891"/>
                  </a:lnTo>
                  <a:cubicBezTo>
                    <a:pt x="3382" y="2820"/>
                    <a:pt x="3311" y="2748"/>
                    <a:pt x="3239" y="2748"/>
                  </a:cubicBezTo>
                  <a:cubicBezTo>
                    <a:pt x="3144" y="2748"/>
                    <a:pt x="3073" y="2796"/>
                    <a:pt x="3073" y="2891"/>
                  </a:cubicBezTo>
                  <a:lnTo>
                    <a:pt x="3073" y="3010"/>
                  </a:lnTo>
                  <a:lnTo>
                    <a:pt x="2573" y="3010"/>
                  </a:lnTo>
                  <a:lnTo>
                    <a:pt x="2573" y="2891"/>
                  </a:lnTo>
                  <a:cubicBezTo>
                    <a:pt x="2573" y="2820"/>
                    <a:pt x="2525" y="2748"/>
                    <a:pt x="2430" y="2748"/>
                  </a:cubicBezTo>
                  <a:cubicBezTo>
                    <a:pt x="2358" y="2748"/>
                    <a:pt x="2287" y="2796"/>
                    <a:pt x="2287" y="2891"/>
                  </a:cubicBezTo>
                  <a:lnTo>
                    <a:pt x="2287" y="3010"/>
                  </a:lnTo>
                  <a:lnTo>
                    <a:pt x="1787" y="3010"/>
                  </a:lnTo>
                  <a:lnTo>
                    <a:pt x="1787" y="2891"/>
                  </a:lnTo>
                  <a:cubicBezTo>
                    <a:pt x="1787" y="2820"/>
                    <a:pt x="1715" y="2748"/>
                    <a:pt x="1644" y="2748"/>
                  </a:cubicBezTo>
                  <a:cubicBezTo>
                    <a:pt x="1549" y="2748"/>
                    <a:pt x="1501" y="2796"/>
                    <a:pt x="1501" y="2891"/>
                  </a:cubicBezTo>
                  <a:lnTo>
                    <a:pt x="1501" y="3010"/>
                  </a:lnTo>
                  <a:lnTo>
                    <a:pt x="1001" y="3010"/>
                  </a:lnTo>
                  <a:lnTo>
                    <a:pt x="1001" y="2891"/>
                  </a:lnTo>
                  <a:cubicBezTo>
                    <a:pt x="1001" y="2820"/>
                    <a:pt x="929" y="2748"/>
                    <a:pt x="834" y="2748"/>
                  </a:cubicBezTo>
                  <a:cubicBezTo>
                    <a:pt x="763" y="2748"/>
                    <a:pt x="691" y="2796"/>
                    <a:pt x="691" y="2891"/>
                  </a:cubicBezTo>
                  <a:lnTo>
                    <a:pt x="691" y="3010"/>
                  </a:lnTo>
                  <a:lnTo>
                    <a:pt x="286" y="3010"/>
                  </a:lnTo>
                  <a:lnTo>
                    <a:pt x="286" y="2105"/>
                  </a:lnTo>
                  <a:lnTo>
                    <a:pt x="1048" y="1653"/>
                  </a:lnTo>
                  <a:lnTo>
                    <a:pt x="1811" y="1962"/>
                  </a:lnTo>
                  <a:cubicBezTo>
                    <a:pt x="1823" y="1969"/>
                    <a:pt x="1838" y="1972"/>
                    <a:pt x="1853" y="1972"/>
                  </a:cubicBezTo>
                  <a:cubicBezTo>
                    <a:pt x="1893" y="1972"/>
                    <a:pt x="1936" y="1950"/>
                    <a:pt x="1953" y="1915"/>
                  </a:cubicBezTo>
                  <a:lnTo>
                    <a:pt x="2525" y="1296"/>
                  </a:lnTo>
                  <a:lnTo>
                    <a:pt x="2763" y="1486"/>
                  </a:lnTo>
                  <a:cubicBezTo>
                    <a:pt x="2795" y="1518"/>
                    <a:pt x="2828" y="1531"/>
                    <a:pt x="2860" y="1531"/>
                  </a:cubicBezTo>
                  <a:cubicBezTo>
                    <a:pt x="2899" y="1531"/>
                    <a:pt x="2938" y="1512"/>
                    <a:pt x="2977" y="1486"/>
                  </a:cubicBezTo>
                  <a:lnTo>
                    <a:pt x="3739" y="557"/>
                  </a:lnTo>
                  <a:lnTo>
                    <a:pt x="3739" y="1534"/>
                  </a:lnTo>
                  <a:cubicBezTo>
                    <a:pt x="3739" y="1629"/>
                    <a:pt x="3811" y="1677"/>
                    <a:pt x="3882" y="1677"/>
                  </a:cubicBezTo>
                  <a:cubicBezTo>
                    <a:pt x="3978" y="1677"/>
                    <a:pt x="4049" y="1629"/>
                    <a:pt x="4049" y="1534"/>
                  </a:cubicBezTo>
                  <a:lnTo>
                    <a:pt x="4049" y="152"/>
                  </a:lnTo>
                  <a:cubicBezTo>
                    <a:pt x="4049" y="81"/>
                    <a:pt x="4001" y="33"/>
                    <a:pt x="3954" y="10"/>
                  </a:cubicBezTo>
                  <a:cubicBezTo>
                    <a:pt x="3935" y="3"/>
                    <a:pt x="3916" y="0"/>
                    <a:pt x="389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15" name="Google Shape;315;p30"/>
            <p:cNvSpPr/>
            <p:nvPr/>
          </p:nvSpPr>
          <p:spPr>
            <a:xfrm>
              <a:off x="3451433" y="2319276"/>
              <a:ext cx="9655" cy="13966"/>
            </a:xfrm>
            <a:custGeom>
              <a:rect b="b" l="l" r="r" t="t"/>
              <a:pathLst>
                <a:path extrusionOk="0" h="406" w="287">
                  <a:moveTo>
                    <a:pt x="143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262"/>
                  </a:lnTo>
                  <a:cubicBezTo>
                    <a:pt x="1" y="358"/>
                    <a:pt x="72" y="405"/>
                    <a:pt x="143" y="405"/>
                  </a:cubicBezTo>
                  <a:cubicBezTo>
                    <a:pt x="239" y="405"/>
                    <a:pt x="286" y="358"/>
                    <a:pt x="286" y="262"/>
                  </a:cubicBezTo>
                  <a:lnTo>
                    <a:pt x="286" y="167"/>
                  </a:lnTo>
                  <a:cubicBezTo>
                    <a:pt x="286" y="72"/>
                    <a:pt x="239" y="0"/>
                    <a:pt x="14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16" name="Google Shape;316;p30"/>
            <p:cNvSpPr/>
            <p:nvPr/>
          </p:nvSpPr>
          <p:spPr>
            <a:xfrm>
              <a:off x="3500312" y="2305344"/>
              <a:ext cx="10428" cy="13966"/>
            </a:xfrm>
            <a:custGeom>
              <a:rect b="b" l="l" r="r" t="t"/>
              <a:pathLst>
                <a:path extrusionOk="0" h="406" w="31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lnTo>
                    <a:pt x="0" y="262"/>
                  </a:lnTo>
                  <a:cubicBezTo>
                    <a:pt x="0" y="334"/>
                    <a:pt x="72" y="405"/>
                    <a:pt x="143" y="405"/>
                  </a:cubicBezTo>
                  <a:cubicBezTo>
                    <a:pt x="238" y="405"/>
                    <a:pt x="310" y="334"/>
                    <a:pt x="310" y="262"/>
                  </a:cubicBezTo>
                  <a:lnTo>
                    <a:pt x="310" y="143"/>
                  </a:lnTo>
                  <a:cubicBezTo>
                    <a:pt x="310" y="72"/>
                    <a:pt x="238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17" name="Google Shape;317;p30"/>
            <p:cNvSpPr/>
            <p:nvPr/>
          </p:nvSpPr>
          <p:spPr>
            <a:xfrm>
              <a:off x="3546769" y="2275038"/>
              <a:ext cx="10462" cy="13966"/>
            </a:xfrm>
            <a:custGeom>
              <a:rect b="b" l="l" r="r" t="t"/>
              <a:pathLst>
                <a:path extrusionOk="0" h="406" w="311">
                  <a:moveTo>
                    <a:pt x="167" y="0"/>
                  </a:moveTo>
                  <a:cubicBezTo>
                    <a:pt x="72" y="0"/>
                    <a:pt x="0" y="48"/>
                    <a:pt x="0" y="143"/>
                  </a:cubicBezTo>
                  <a:lnTo>
                    <a:pt x="0" y="239"/>
                  </a:lnTo>
                  <a:cubicBezTo>
                    <a:pt x="0" y="334"/>
                    <a:pt x="72" y="405"/>
                    <a:pt x="167" y="405"/>
                  </a:cubicBezTo>
                  <a:cubicBezTo>
                    <a:pt x="239" y="405"/>
                    <a:pt x="310" y="334"/>
                    <a:pt x="310" y="239"/>
                  </a:cubicBezTo>
                  <a:lnTo>
                    <a:pt x="310" y="143"/>
                  </a:lnTo>
                  <a:cubicBezTo>
                    <a:pt x="310" y="48"/>
                    <a:pt x="239" y="0"/>
                    <a:pt x="16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18" name="Google Shape;318;p30"/>
            <p:cNvSpPr/>
            <p:nvPr/>
          </p:nvSpPr>
          <p:spPr>
            <a:xfrm>
              <a:off x="3420989" y="2260280"/>
              <a:ext cx="27282" cy="9873"/>
            </a:xfrm>
            <a:custGeom>
              <a:rect b="b" l="l" r="r" t="t"/>
              <a:pathLst>
                <a:path extrusionOk="0" h="287" w="811">
                  <a:moveTo>
                    <a:pt x="144" y="1"/>
                  </a:moveTo>
                  <a:cubicBezTo>
                    <a:pt x="72" y="1"/>
                    <a:pt x="1" y="72"/>
                    <a:pt x="1" y="144"/>
                  </a:cubicBezTo>
                  <a:cubicBezTo>
                    <a:pt x="1" y="239"/>
                    <a:pt x="72" y="287"/>
                    <a:pt x="144" y="287"/>
                  </a:cubicBezTo>
                  <a:lnTo>
                    <a:pt x="667" y="287"/>
                  </a:lnTo>
                  <a:cubicBezTo>
                    <a:pt x="739" y="287"/>
                    <a:pt x="810" y="239"/>
                    <a:pt x="810" y="144"/>
                  </a:cubicBezTo>
                  <a:cubicBezTo>
                    <a:pt x="810" y="72"/>
                    <a:pt x="739" y="1"/>
                    <a:pt x="6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19" name="Google Shape;319;p30"/>
            <p:cNvSpPr/>
            <p:nvPr/>
          </p:nvSpPr>
          <p:spPr>
            <a:xfrm>
              <a:off x="3420989" y="2279131"/>
              <a:ext cx="47298" cy="10698"/>
            </a:xfrm>
            <a:custGeom>
              <a:rect b="b" l="l" r="r" t="t"/>
              <a:pathLst>
                <a:path extrusionOk="0" h="311" w="1406">
                  <a:moveTo>
                    <a:pt x="144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9"/>
                    <a:pt x="72" y="310"/>
                    <a:pt x="144" y="310"/>
                  </a:cubicBezTo>
                  <a:lnTo>
                    <a:pt x="1239" y="310"/>
                  </a:lnTo>
                  <a:cubicBezTo>
                    <a:pt x="1334" y="310"/>
                    <a:pt x="1406" y="239"/>
                    <a:pt x="1406" y="143"/>
                  </a:cubicBezTo>
                  <a:cubicBezTo>
                    <a:pt x="1406" y="72"/>
                    <a:pt x="1334" y="0"/>
                    <a:pt x="123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20" name="Google Shape;320;p30"/>
            <p:cNvSpPr/>
            <p:nvPr/>
          </p:nvSpPr>
          <p:spPr>
            <a:xfrm>
              <a:off x="3640490" y="2276689"/>
              <a:ext cx="31285" cy="54077"/>
            </a:xfrm>
            <a:custGeom>
              <a:rect b="b" l="l" r="r" t="t"/>
              <a:pathLst>
                <a:path extrusionOk="0" h="1572" w="930">
                  <a:moveTo>
                    <a:pt x="453" y="0"/>
                  </a:moveTo>
                  <a:cubicBezTo>
                    <a:pt x="382" y="0"/>
                    <a:pt x="310" y="48"/>
                    <a:pt x="310" y="143"/>
                  </a:cubicBezTo>
                  <a:lnTo>
                    <a:pt x="310" y="167"/>
                  </a:lnTo>
                  <a:cubicBezTo>
                    <a:pt x="144" y="214"/>
                    <a:pt x="1" y="357"/>
                    <a:pt x="1" y="548"/>
                  </a:cubicBezTo>
                  <a:cubicBezTo>
                    <a:pt x="1" y="762"/>
                    <a:pt x="167" y="929"/>
                    <a:pt x="382" y="929"/>
                  </a:cubicBezTo>
                  <a:lnTo>
                    <a:pt x="525" y="929"/>
                  </a:lnTo>
                  <a:cubicBezTo>
                    <a:pt x="572" y="929"/>
                    <a:pt x="620" y="976"/>
                    <a:pt x="620" y="1024"/>
                  </a:cubicBezTo>
                  <a:cubicBezTo>
                    <a:pt x="620" y="1072"/>
                    <a:pt x="572" y="1119"/>
                    <a:pt x="525" y="1119"/>
                  </a:cubicBezTo>
                  <a:lnTo>
                    <a:pt x="382" y="1119"/>
                  </a:lnTo>
                  <a:cubicBezTo>
                    <a:pt x="358" y="1119"/>
                    <a:pt x="310" y="1095"/>
                    <a:pt x="310" y="1048"/>
                  </a:cubicBezTo>
                  <a:cubicBezTo>
                    <a:pt x="293" y="994"/>
                    <a:pt x="234" y="967"/>
                    <a:pt x="176" y="967"/>
                  </a:cubicBezTo>
                  <a:cubicBezTo>
                    <a:pt x="157" y="967"/>
                    <a:pt x="138" y="970"/>
                    <a:pt x="120" y="976"/>
                  </a:cubicBezTo>
                  <a:cubicBezTo>
                    <a:pt x="48" y="1024"/>
                    <a:pt x="1" y="1095"/>
                    <a:pt x="48" y="1167"/>
                  </a:cubicBezTo>
                  <a:cubicBezTo>
                    <a:pt x="96" y="1286"/>
                    <a:pt x="191" y="1381"/>
                    <a:pt x="310" y="1405"/>
                  </a:cubicBezTo>
                  <a:cubicBezTo>
                    <a:pt x="310" y="1500"/>
                    <a:pt x="382" y="1572"/>
                    <a:pt x="453" y="1572"/>
                  </a:cubicBezTo>
                  <a:cubicBezTo>
                    <a:pt x="549" y="1572"/>
                    <a:pt x="620" y="1500"/>
                    <a:pt x="620" y="1405"/>
                  </a:cubicBezTo>
                  <a:cubicBezTo>
                    <a:pt x="787" y="1357"/>
                    <a:pt x="930" y="1215"/>
                    <a:pt x="930" y="1024"/>
                  </a:cubicBezTo>
                  <a:cubicBezTo>
                    <a:pt x="930" y="810"/>
                    <a:pt x="739" y="643"/>
                    <a:pt x="525" y="643"/>
                  </a:cubicBezTo>
                  <a:lnTo>
                    <a:pt x="382" y="643"/>
                  </a:lnTo>
                  <a:cubicBezTo>
                    <a:pt x="334" y="643"/>
                    <a:pt x="310" y="595"/>
                    <a:pt x="310" y="548"/>
                  </a:cubicBezTo>
                  <a:cubicBezTo>
                    <a:pt x="310" y="500"/>
                    <a:pt x="334" y="453"/>
                    <a:pt x="382" y="453"/>
                  </a:cubicBezTo>
                  <a:lnTo>
                    <a:pt x="525" y="453"/>
                  </a:lnTo>
                  <a:cubicBezTo>
                    <a:pt x="572" y="453"/>
                    <a:pt x="596" y="476"/>
                    <a:pt x="620" y="500"/>
                  </a:cubicBezTo>
                  <a:cubicBezTo>
                    <a:pt x="635" y="546"/>
                    <a:pt x="681" y="573"/>
                    <a:pt x="730" y="573"/>
                  </a:cubicBezTo>
                  <a:cubicBezTo>
                    <a:pt x="757" y="573"/>
                    <a:pt x="785" y="565"/>
                    <a:pt x="810" y="548"/>
                  </a:cubicBezTo>
                  <a:cubicBezTo>
                    <a:pt x="882" y="500"/>
                    <a:pt x="906" y="405"/>
                    <a:pt x="858" y="333"/>
                  </a:cubicBezTo>
                  <a:cubicBezTo>
                    <a:pt x="787" y="238"/>
                    <a:pt x="715" y="191"/>
                    <a:pt x="620" y="167"/>
                  </a:cubicBezTo>
                  <a:lnTo>
                    <a:pt x="620" y="143"/>
                  </a:lnTo>
                  <a:cubicBezTo>
                    <a:pt x="620" y="48"/>
                    <a:pt x="549" y="0"/>
                    <a:pt x="45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21" name="Google Shape;321;p30"/>
            <p:cNvSpPr/>
            <p:nvPr/>
          </p:nvSpPr>
          <p:spPr>
            <a:xfrm>
              <a:off x="3614049" y="2260280"/>
              <a:ext cx="84167" cy="86069"/>
            </a:xfrm>
            <a:custGeom>
              <a:rect b="b" l="l" r="r" t="t"/>
              <a:pathLst>
                <a:path extrusionOk="0" h="2502" w="2502">
                  <a:moveTo>
                    <a:pt x="1239" y="287"/>
                  </a:moveTo>
                  <a:cubicBezTo>
                    <a:pt x="1763" y="287"/>
                    <a:pt x="2216" y="715"/>
                    <a:pt x="2216" y="1263"/>
                  </a:cubicBezTo>
                  <a:cubicBezTo>
                    <a:pt x="2216" y="1787"/>
                    <a:pt x="1787" y="2215"/>
                    <a:pt x="1239" y="2215"/>
                  </a:cubicBezTo>
                  <a:cubicBezTo>
                    <a:pt x="715" y="2215"/>
                    <a:pt x="287" y="1787"/>
                    <a:pt x="287" y="1263"/>
                  </a:cubicBezTo>
                  <a:cubicBezTo>
                    <a:pt x="287" y="715"/>
                    <a:pt x="715" y="287"/>
                    <a:pt x="1239" y="287"/>
                  </a:cubicBezTo>
                  <a:close/>
                  <a:moveTo>
                    <a:pt x="1239" y="1"/>
                  </a:moveTo>
                  <a:cubicBezTo>
                    <a:pt x="549" y="1"/>
                    <a:pt x="1" y="548"/>
                    <a:pt x="1" y="1239"/>
                  </a:cubicBezTo>
                  <a:cubicBezTo>
                    <a:pt x="1" y="1954"/>
                    <a:pt x="549" y="2501"/>
                    <a:pt x="1239" y="2501"/>
                  </a:cubicBezTo>
                  <a:cubicBezTo>
                    <a:pt x="1930" y="2501"/>
                    <a:pt x="2501" y="1954"/>
                    <a:pt x="2501" y="1239"/>
                  </a:cubicBezTo>
                  <a:cubicBezTo>
                    <a:pt x="2501" y="572"/>
                    <a:pt x="1930" y="1"/>
                    <a:pt x="123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22" name="Google Shape;322;p30"/>
            <p:cNvSpPr/>
            <p:nvPr/>
          </p:nvSpPr>
          <p:spPr>
            <a:xfrm>
              <a:off x="3610046" y="2358595"/>
              <a:ext cx="45717" cy="10698"/>
            </a:xfrm>
            <a:custGeom>
              <a:rect b="b" l="l" r="r" t="t"/>
              <a:pathLst>
                <a:path extrusionOk="0" h="311" w="1359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1215" y="310"/>
                  </a:lnTo>
                  <a:cubicBezTo>
                    <a:pt x="1287" y="310"/>
                    <a:pt x="1358" y="239"/>
                    <a:pt x="1358" y="143"/>
                  </a:cubicBezTo>
                  <a:cubicBezTo>
                    <a:pt x="1358" y="72"/>
                    <a:pt x="1311" y="0"/>
                    <a:pt x="1215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23" name="Google Shape;323;p30"/>
            <p:cNvSpPr/>
            <p:nvPr/>
          </p:nvSpPr>
          <p:spPr>
            <a:xfrm>
              <a:off x="3671742" y="2379063"/>
              <a:ext cx="25667" cy="9873"/>
            </a:xfrm>
            <a:custGeom>
              <a:rect b="b" l="l" r="r" t="t"/>
              <a:pathLst>
                <a:path extrusionOk="0" h="287" w="763">
                  <a:moveTo>
                    <a:pt x="143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3" y="287"/>
                  </a:cubicBezTo>
                  <a:lnTo>
                    <a:pt x="596" y="287"/>
                  </a:lnTo>
                  <a:cubicBezTo>
                    <a:pt x="691" y="287"/>
                    <a:pt x="763" y="215"/>
                    <a:pt x="763" y="144"/>
                  </a:cubicBezTo>
                  <a:cubicBezTo>
                    <a:pt x="763" y="72"/>
                    <a:pt x="691" y="1"/>
                    <a:pt x="59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24" name="Google Shape;324;p30"/>
            <p:cNvSpPr/>
            <p:nvPr/>
          </p:nvSpPr>
          <p:spPr>
            <a:xfrm>
              <a:off x="3610046" y="2379063"/>
              <a:ext cx="28897" cy="9873"/>
            </a:xfrm>
            <a:custGeom>
              <a:rect b="b" l="l" r="r" t="t"/>
              <a:pathLst>
                <a:path extrusionOk="0" h="287" w="859">
                  <a:moveTo>
                    <a:pt x="144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4" y="287"/>
                  </a:cubicBezTo>
                  <a:lnTo>
                    <a:pt x="715" y="287"/>
                  </a:lnTo>
                  <a:cubicBezTo>
                    <a:pt x="787" y="287"/>
                    <a:pt x="858" y="215"/>
                    <a:pt x="858" y="144"/>
                  </a:cubicBezTo>
                  <a:cubicBezTo>
                    <a:pt x="858" y="72"/>
                    <a:pt x="811" y="1"/>
                    <a:pt x="7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25" name="Google Shape;325;p30"/>
            <p:cNvSpPr/>
            <p:nvPr/>
          </p:nvSpPr>
          <p:spPr>
            <a:xfrm>
              <a:off x="3646108" y="2379063"/>
              <a:ext cx="19276" cy="9873"/>
            </a:xfrm>
            <a:custGeom>
              <a:rect b="b" l="l" r="r" t="t"/>
              <a:pathLst>
                <a:path extrusionOk="0" h="287" w="573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429" y="287"/>
                  </a:lnTo>
                  <a:cubicBezTo>
                    <a:pt x="501" y="287"/>
                    <a:pt x="572" y="215"/>
                    <a:pt x="572" y="144"/>
                  </a:cubicBezTo>
                  <a:cubicBezTo>
                    <a:pt x="572" y="72"/>
                    <a:pt x="501" y="1"/>
                    <a:pt x="42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26" name="Google Shape;326;p30"/>
            <p:cNvSpPr/>
            <p:nvPr/>
          </p:nvSpPr>
          <p:spPr>
            <a:xfrm>
              <a:off x="3610046" y="2398740"/>
              <a:ext cx="86556" cy="10664"/>
            </a:xfrm>
            <a:custGeom>
              <a:rect b="b" l="l" r="r" t="t"/>
              <a:pathLst>
                <a:path extrusionOk="0" h="310" w="2573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2430" y="310"/>
                  </a:lnTo>
                  <a:cubicBezTo>
                    <a:pt x="2525" y="310"/>
                    <a:pt x="2573" y="239"/>
                    <a:pt x="2573" y="143"/>
                  </a:cubicBezTo>
                  <a:cubicBezTo>
                    <a:pt x="2573" y="72"/>
                    <a:pt x="2525" y="0"/>
                    <a:pt x="2430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327" name="Google Shape;327;p30"/>
          <p:cNvSpPr txBox="1"/>
          <p:nvPr>
            <p:ph type="title"/>
          </p:nvPr>
        </p:nvSpPr>
        <p:spPr>
          <a:xfrm>
            <a:off x="525817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96"/>
              <a:buFont typeface="Montserrat"/>
              <a:buNone/>
            </a:pPr>
            <a:r>
              <a:rPr b="1" lang="ru-RU" sz="1997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rPr>
              <a:t>ПРОБЛЕМА</a:t>
            </a:r>
            <a:endParaRPr/>
          </a:p>
        </p:txBody>
      </p:sp>
      <p:pic>
        <p:nvPicPr>
          <p:cNvPr descr="image.png" id="328" name="Google Shape;328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5989320"/>
            <a:ext cx="1038885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1"/>
          <p:cNvSpPr/>
          <p:nvPr/>
        </p:nvSpPr>
        <p:spPr>
          <a:xfrm>
            <a:off x="2255520" y="2926080"/>
            <a:ext cx="7680960" cy="2651760"/>
          </a:xfrm>
          <a:prstGeom prst="roundRect">
            <a:avLst>
              <a:gd fmla="val 515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4" name="Google Shape;334;p31"/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fmla="val 1870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5" name="Google Shape;335;p31"/>
          <p:cNvSpPr/>
          <p:nvPr/>
        </p:nvSpPr>
        <p:spPr>
          <a:xfrm>
            <a:off x="5340096" y="1366572"/>
            <a:ext cx="1504594" cy="1401168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chemeClr val="accent1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6" name="Google Shape;336;p31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>
                <a:solidFill>
                  <a:schemeClr val="accent5"/>
                </a:solidFill>
              </a:rPr>
              <a:t>‹#›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337" name="Google Shape;337;p31"/>
          <p:cNvSpPr/>
          <p:nvPr>
            <p:ph idx="2" type="body"/>
          </p:nvPr>
        </p:nvSpPr>
        <p:spPr>
          <a:xfrm>
            <a:off x="2712720" y="2926080"/>
            <a:ext cx="6766560" cy="265176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500"/>
              <a:buNone/>
            </a:pPr>
            <a:r>
              <a:rPr b="1" lang="ru-RU" sz="3400">
                <a:solidFill>
                  <a:srgbClr val="2E124A"/>
                </a:solidFill>
              </a:rPr>
              <a:t>Учиться негде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ctr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SzPts val="1400"/>
              <a:buNone/>
            </a:pPr>
            <a:r>
              <a:rPr b="0" lang="ru-RU" sz="1800">
                <a:solidFill>
                  <a:srgbClr val="2E124A"/>
                </a:solidFill>
              </a:rPr>
              <a:t>Новичков сажают сразу на живые вызовы. Тренажёра под работу ДДС нет.</a:t>
            </a:r>
            <a:endParaRPr/>
          </a:p>
        </p:txBody>
      </p:sp>
      <p:grpSp>
        <p:nvGrpSpPr>
          <p:cNvPr id="338" name="Google Shape;338;p31"/>
          <p:cNvGrpSpPr/>
          <p:nvPr/>
        </p:nvGrpSpPr>
        <p:grpSpPr>
          <a:xfrm>
            <a:off x="5710322" y="1722647"/>
            <a:ext cx="738531" cy="731528"/>
            <a:chOff x="4078718" y="2222819"/>
            <a:chExt cx="340504" cy="339803"/>
          </a:xfrm>
        </p:grpSpPr>
        <p:sp>
          <p:nvSpPr>
            <p:cNvPr id="339" name="Google Shape;339;p31"/>
            <p:cNvSpPr/>
            <p:nvPr/>
          </p:nvSpPr>
          <p:spPr>
            <a:xfrm>
              <a:off x="4267775" y="2311674"/>
              <a:ext cx="17661" cy="13382"/>
            </a:xfrm>
            <a:custGeom>
              <a:rect b="b" l="l" r="r" t="t"/>
              <a:pathLst>
                <a:path extrusionOk="0" h="389" w="525">
                  <a:moveTo>
                    <a:pt x="348" y="1"/>
                  </a:moveTo>
                  <a:cubicBezTo>
                    <a:pt x="335" y="1"/>
                    <a:pt x="323" y="3"/>
                    <a:pt x="310" y="7"/>
                  </a:cubicBezTo>
                  <a:lnTo>
                    <a:pt x="96" y="102"/>
                  </a:lnTo>
                  <a:cubicBezTo>
                    <a:pt x="24" y="126"/>
                    <a:pt x="1" y="221"/>
                    <a:pt x="24" y="293"/>
                  </a:cubicBezTo>
                  <a:cubicBezTo>
                    <a:pt x="48" y="340"/>
                    <a:pt x="96" y="388"/>
                    <a:pt x="143" y="388"/>
                  </a:cubicBezTo>
                  <a:cubicBezTo>
                    <a:pt x="167" y="388"/>
                    <a:pt x="191" y="388"/>
                    <a:pt x="215" y="364"/>
                  </a:cubicBezTo>
                  <a:lnTo>
                    <a:pt x="405" y="293"/>
                  </a:lnTo>
                  <a:cubicBezTo>
                    <a:pt x="477" y="269"/>
                    <a:pt x="524" y="174"/>
                    <a:pt x="501" y="102"/>
                  </a:cubicBezTo>
                  <a:cubicBezTo>
                    <a:pt x="461" y="44"/>
                    <a:pt x="406" y="1"/>
                    <a:pt x="34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40" name="Google Shape;340;p31"/>
            <p:cNvSpPr/>
            <p:nvPr/>
          </p:nvSpPr>
          <p:spPr>
            <a:xfrm>
              <a:off x="4257347" y="2292719"/>
              <a:ext cx="16080" cy="15927"/>
            </a:xfrm>
            <a:custGeom>
              <a:rect b="b" l="l" r="r" t="t"/>
              <a:pathLst>
                <a:path extrusionOk="0" h="463" w="478">
                  <a:moveTo>
                    <a:pt x="298" y="1"/>
                  </a:moveTo>
                  <a:cubicBezTo>
                    <a:pt x="258" y="1"/>
                    <a:pt x="218" y="19"/>
                    <a:pt x="191" y="58"/>
                  </a:cubicBezTo>
                  <a:lnTo>
                    <a:pt x="49" y="225"/>
                  </a:lnTo>
                  <a:cubicBezTo>
                    <a:pt x="1" y="296"/>
                    <a:pt x="25" y="391"/>
                    <a:pt x="96" y="439"/>
                  </a:cubicBezTo>
                  <a:cubicBezTo>
                    <a:pt x="120" y="463"/>
                    <a:pt x="144" y="463"/>
                    <a:pt x="168" y="463"/>
                  </a:cubicBezTo>
                  <a:cubicBezTo>
                    <a:pt x="215" y="463"/>
                    <a:pt x="263" y="439"/>
                    <a:pt x="287" y="415"/>
                  </a:cubicBezTo>
                  <a:lnTo>
                    <a:pt x="430" y="225"/>
                  </a:lnTo>
                  <a:cubicBezTo>
                    <a:pt x="477" y="177"/>
                    <a:pt x="453" y="82"/>
                    <a:pt x="382" y="34"/>
                  </a:cubicBezTo>
                  <a:cubicBezTo>
                    <a:pt x="361" y="13"/>
                    <a:pt x="330" y="1"/>
                    <a:pt x="29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41" name="Google Shape;341;p31"/>
            <p:cNvSpPr/>
            <p:nvPr/>
          </p:nvSpPr>
          <p:spPr>
            <a:xfrm>
              <a:off x="4271778" y="2333208"/>
              <a:ext cx="17661" cy="11490"/>
            </a:xfrm>
            <a:custGeom>
              <a:rect b="b" l="l" r="r" t="t"/>
              <a:pathLst>
                <a:path extrusionOk="0" h="334" w="525">
                  <a:moveTo>
                    <a:pt x="191" y="0"/>
                  </a:moveTo>
                  <a:cubicBezTo>
                    <a:pt x="96" y="0"/>
                    <a:pt x="24" y="48"/>
                    <a:pt x="24" y="119"/>
                  </a:cubicBezTo>
                  <a:cubicBezTo>
                    <a:pt x="1" y="215"/>
                    <a:pt x="48" y="286"/>
                    <a:pt x="143" y="286"/>
                  </a:cubicBezTo>
                  <a:lnTo>
                    <a:pt x="358" y="334"/>
                  </a:lnTo>
                  <a:lnTo>
                    <a:pt x="382" y="334"/>
                  </a:lnTo>
                  <a:cubicBezTo>
                    <a:pt x="453" y="334"/>
                    <a:pt x="501" y="286"/>
                    <a:pt x="525" y="215"/>
                  </a:cubicBezTo>
                  <a:cubicBezTo>
                    <a:pt x="525" y="119"/>
                    <a:pt x="477" y="48"/>
                    <a:pt x="405" y="48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42" name="Google Shape;342;p31"/>
            <p:cNvSpPr/>
            <p:nvPr/>
          </p:nvSpPr>
          <p:spPr>
            <a:xfrm>
              <a:off x="4078718" y="2222819"/>
              <a:ext cx="340504" cy="339803"/>
            </a:xfrm>
            <a:custGeom>
              <a:rect b="b" l="l" r="r" t="t"/>
              <a:pathLst>
                <a:path extrusionOk="0" h="9878" w="10122">
                  <a:moveTo>
                    <a:pt x="4787" y="423"/>
                  </a:moveTo>
                  <a:lnTo>
                    <a:pt x="6168" y="994"/>
                  </a:lnTo>
                  <a:lnTo>
                    <a:pt x="5240" y="1376"/>
                  </a:lnTo>
                  <a:cubicBezTo>
                    <a:pt x="5233" y="1382"/>
                    <a:pt x="5226" y="1385"/>
                    <a:pt x="5219" y="1385"/>
                  </a:cubicBezTo>
                  <a:cubicBezTo>
                    <a:pt x="5202" y="1385"/>
                    <a:pt x="5185" y="1369"/>
                    <a:pt x="5168" y="1352"/>
                  </a:cubicBezTo>
                  <a:lnTo>
                    <a:pt x="4787" y="423"/>
                  </a:lnTo>
                  <a:close/>
                  <a:moveTo>
                    <a:pt x="8216" y="2066"/>
                  </a:moveTo>
                  <a:cubicBezTo>
                    <a:pt x="8264" y="2066"/>
                    <a:pt x="8312" y="2090"/>
                    <a:pt x="8312" y="2138"/>
                  </a:cubicBezTo>
                  <a:lnTo>
                    <a:pt x="8312" y="2566"/>
                  </a:lnTo>
                  <a:cubicBezTo>
                    <a:pt x="8312" y="2614"/>
                    <a:pt x="8264" y="2661"/>
                    <a:pt x="8216" y="2661"/>
                  </a:cubicBezTo>
                  <a:lnTo>
                    <a:pt x="7407" y="2661"/>
                  </a:lnTo>
                  <a:lnTo>
                    <a:pt x="7168" y="2066"/>
                  </a:lnTo>
                  <a:close/>
                  <a:moveTo>
                    <a:pt x="8788" y="1280"/>
                  </a:moveTo>
                  <a:cubicBezTo>
                    <a:pt x="8931" y="1280"/>
                    <a:pt x="9050" y="1399"/>
                    <a:pt x="9050" y="1542"/>
                  </a:cubicBezTo>
                  <a:lnTo>
                    <a:pt x="9050" y="3924"/>
                  </a:lnTo>
                  <a:lnTo>
                    <a:pt x="7954" y="3924"/>
                  </a:lnTo>
                  <a:lnTo>
                    <a:pt x="7550" y="2947"/>
                  </a:lnTo>
                  <a:lnTo>
                    <a:pt x="8216" y="2947"/>
                  </a:lnTo>
                  <a:cubicBezTo>
                    <a:pt x="8431" y="2947"/>
                    <a:pt x="8597" y="2781"/>
                    <a:pt x="8597" y="2566"/>
                  </a:cubicBezTo>
                  <a:lnTo>
                    <a:pt x="8597" y="2138"/>
                  </a:lnTo>
                  <a:cubicBezTo>
                    <a:pt x="8597" y="1923"/>
                    <a:pt x="8431" y="1757"/>
                    <a:pt x="8216" y="1757"/>
                  </a:cubicBezTo>
                  <a:lnTo>
                    <a:pt x="7049" y="1757"/>
                  </a:lnTo>
                  <a:lnTo>
                    <a:pt x="6835" y="1280"/>
                  </a:lnTo>
                  <a:close/>
                  <a:moveTo>
                    <a:pt x="4430" y="352"/>
                  </a:moveTo>
                  <a:lnTo>
                    <a:pt x="4906" y="1471"/>
                  </a:lnTo>
                  <a:cubicBezTo>
                    <a:pt x="4954" y="1614"/>
                    <a:pt x="5073" y="1685"/>
                    <a:pt x="5216" y="1685"/>
                  </a:cubicBezTo>
                  <a:cubicBezTo>
                    <a:pt x="5263" y="1685"/>
                    <a:pt x="5311" y="1685"/>
                    <a:pt x="5359" y="1661"/>
                  </a:cubicBezTo>
                  <a:lnTo>
                    <a:pt x="6478" y="1185"/>
                  </a:lnTo>
                  <a:lnTo>
                    <a:pt x="7621" y="3947"/>
                  </a:lnTo>
                  <a:lnTo>
                    <a:pt x="6907" y="3947"/>
                  </a:lnTo>
                  <a:cubicBezTo>
                    <a:pt x="6835" y="3947"/>
                    <a:pt x="6764" y="3995"/>
                    <a:pt x="6764" y="4090"/>
                  </a:cubicBezTo>
                  <a:cubicBezTo>
                    <a:pt x="6764" y="4162"/>
                    <a:pt x="6835" y="4233"/>
                    <a:pt x="6907" y="4233"/>
                  </a:cubicBezTo>
                  <a:lnTo>
                    <a:pt x="9574" y="4233"/>
                  </a:lnTo>
                  <a:cubicBezTo>
                    <a:pt x="9717" y="4233"/>
                    <a:pt x="9812" y="4352"/>
                    <a:pt x="9812" y="4471"/>
                  </a:cubicBezTo>
                  <a:lnTo>
                    <a:pt x="9812" y="8972"/>
                  </a:lnTo>
                  <a:cubicBezTo>
                    <a:pt x="9812" y="9330"/>
                    <a:pt x="9550" y="9591"/>
                    <a:pt x="9193" y="9591"/>
                  </a:cubicBezTo>
                  <a:lnTo>
                    <a:pt x="1596" y="9591"/>
                  </a:lnTo>
                  <a:cubicBezTo>
                    <a:pt x="1739" y="9425"/>
                    <a:pt x="1834" y="9210"/>
                    <a:pt x="1834" y="8972"/>
                  </a:cubicBezTo>
                  <a:lnTo>
                    <a:pt x="1834" y="7353"/>
                  </a:lnTo>
                  <a:cubicBezTo>
                    <a:pt x="1834" y="7281"/>
                    <a:pt x="1763" y="7210"/>
                    <a:pt x="1667" y="7210"/>
                  </a:cubicBezTo>
                  <a:cubicBezTo>
                    <a:pt x="1596" y="7210"/>
                    <a:pt x="1524" y="7281"/>
                    <a:pt x="1524" y="7353"/>
                  </a:cubicBezTo>
                  <a:lnTo>
                    <a:pt x="1524" y="8972"/>
                  </a:lnTo>
                  <a:cubicBezTo>
                    <a:pt x="1524" y="9330"/>
                    <a:pt x="1262" y="9591"/>
                    <a:pt x="905" y="9591"/>
                  </a:cubicBezTo>
                  <a:cubicBezTo>
                    <a:pt x="572" y="9591"/>
                    <a:pt x="286" y="9330"/>
                    <a:pt x="286" y="8972"/>
                  </a:cubicBezTo>
                  <a:lnTo>
                    <a:pt x="286" y="2590"/>
                  </a:lnTo>
                  <a:cubicBezTo>
                    <a:pt x="286" y="2447"/>
                    <a:pt x="405" y="2328"/>
                    <a:pt x="548" y="2328"/>
                  </a:cubicBezTo>
                  <a:lnTo>
                    <a:pt x="834" y="2328"/>
                  </a:lnTo>
                  <a:lnTo>
                    <a:pt x="1120" y="3066"/>
                  </a:lnTo>
                  <a:cubicBezTo>
                    <a:pt x="1155" y="3120"/>
                    <a:pt x="1204" y="3147"/>
                    <a:pt x="1257" y="3147"/>
                  </a:cubicBezTo>
                  <a:cubicBezTo>
                    <a:pt x="1274" y="3147"/>
                    <a:pt x="1292" y="3144"/>
                    <a:pt x="1310" y="3138"/>
                  </a:cubicBezTo>
                  <a:cubicBezTo>
                    <a:pt x="1382" y="3114"/>
                    <a:pt x="1429" y="3019"/>
                    <a:pt x="1405" y="2947"/>
                  </a:cubicBezTo>
                  <a:lnTo>
                    <a:pt x="953" y="1876"/>
                  </a:lnTo>
                  <a:cubicBezTo>
                    <a:pt x="929" y="1852"/>
                    <a:pt x="953" y="1804"/>
                    <a:pt x="977" y="1804"/>
                  </a:cubicBezTo>
                  <a:lnTo>
                    <a:pt x="4430" y="352"/>
                  </a:lnTo>
                  <a:close/>
                  <a:moveTo>
                    <a:pt x="4513" y="0"/>
                  </a:moveTo>
                  <a:cubicBezTo>
                    <a:pt x="4495" y="0"/>
                    <a:pt x="4477" y="6"/>
                    <a:pt x="4454" y="18"/>
                  </a:cubicBezTo>
                  <a:lnTo>
                    <a:pt x="858" y="1518"/>
                  </a:lnTo>
                  <a:cubicBezTo>
                    <a:pt x="691" y="1590"/>
                    <a:pt x="596" y="1804"/>
                    <a:pt x="667" y="1971"/>
                  </a:cubicBezTo>
                  <a:lnTo>
                    <a:pt x="691" y="2042"/>
                  </a:lnTo>
                  <a:lnTo>
                    <a:pt x="548" y="2042"/>
                  </a:lnTo>
                  <a:cubicBezTo>
                    <a:pt x="238" y="2042"/>
                    <a:pt x="0" y="2280"/>
                    <a:pt x="0" y="2590"/>
                  </a:cubicBezTo>
                  <a:lnTo>
                    <a:pt x="0" y="8972"/>
                  </a:lnTo>
                  <a:cubicBezTo>
                    <a:pt x="0" y="9472"/>
                    <a:pt x="405" y="9877"/>
                    <a:pt x="905" y="9877"/>
                  </a:cubicBezTo>
                  <a:lnTo>
                    <a:pt x="9193" y="9877"/>
                  </a:lnTo>
                  <a:cubicBezTo>
                    <a:pt x="9717" y="9877"/>
                    <a:pt x="10121" y="9472"/>
                    <a:pt x="10121" y="8972"/>
                  </a:cubicBezTo>
                  <a:lnTo>
                    <a:pt x="10121" y="4471"/>
                  </a:lnTo>
                  <a:cubicBezTo>
                    <a:pt x="10121" y="4162"/>
                    <a:pt x="9860" y="3924"/>
                    <a:pt x="9574" y="3924"/>
                  </a:cubicBezTo>
                  <a:lnTo>
                    <a:pt x="9336" y="3924"/>
                  </a:lnTo>
                  <a:lnTo>
                    <a:pt x="9336" y="1542"/>
                  </a:lnTo>
                  <a:cubicBezTo>
                    <a:pt x="9336" y="1233"/>
                    <a:pt x="9097" y="994"/>
                    <a:pt x="8788" y="994"/>
                  </a:cubicBezTo>
                  <a:lnTo>
                    <a:pt x="6716" y="994"/>
                  </a:lnTo>
                  <a:lnTo>
                    <a:pt x="6692" y="923"/>
                  </a:lnTo>
                  <a:cubicBezTo>
                    <a:pt x="6668" y="899"/>
                    <a:pt x="6645" y="852"/>
                    <a:pt x="6621" y="852"/>
                  </a:cubicBezTo>
                  <a:lnTo>
                    <a:pt x="4573" y="18"/>
                  </a:lnTo>
                  <a:cubicBezTo>
                    <a:pt x="4549" y="6"/>
                    <a:pt x="4531" y="0"/>
                    <a:pt x="45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43" name="Google Shape;343;p31"/>
            <p:cNvSpPr/>
            <p:nvPr/>
          </p:nvSpPr>
          <p:spPr>
            <a:xfrm>
              <a:off x="4123561" y="2296744"/>
              <a:ext cx="170689" cy="161818"/>
            </a:xfrm>
            <a:custGeom>
              <a:rect b="b" l="l" r="r" t="t"/>
              <a:pathLst>
                <a:path extrusionOk="0" h="4704" w="5074">
                  <a:moveTo>
                    <a:pt x="2760" y="301"/>
                  </a:moveTo>
                  <a:cubicBezTo>
                    <a:pt x="2892" y="301"/>
                    <a:pt x="3021" y="325"/>
                    <a:pt x="3144" y="370"/>
                  </a:cubicBezTo>
                  <a:cubicBezTo>
                    <a:pt x="3430" y="489"/>
                    <a:pt x="3645" y="703"/>
                    <a:pt x="3740" y="965"/>
                  </a:cubicBezTo>
                  <a:cubicBezTo>
                    <a:pt x="3859" y="1227"/>
                    <a:pt x="3859" y="1513"/>
                    <a:pt x="3764" y="1775"/>
                  </a:cubicBezTo>
                  <a:lnTo>
                    <a:pt x="3287" y="1775"/>
                  </a:lnTo>
                  <a:cubicBezTo>
                    <a:pt x="3335" y="1679"/>
                    <a:pt x="3359" y="1560"/>
                    <a:pt x="3311" y="1441"/>
                  </a:cubicBezTo>
                  <a:cubicBezTo>
                    <a:pt x="3264" y="1346"/>
                    <a:pt x="3168" y="1275"/>
                    <a:pt x="3073" y="1227"/>
                  </a:cubicBezTo>
                  <a:cubicBezTo>
                    <a:pt x="3025" y="1203"/>
                    <a:pt x="2972" y="1191"/>
                    <a:pt x="2918" y="1191"/>
                  </a:cubicBezTo>
                  <a:cubicBezTo>
                    <a:pt x="2865" y="1191"/>
                    <a:pt x="2811" y="1203"/>
                    <a:pt x="2763" y="1227"/>
                  </a:cubicBezTo>
                  <a:lnTo>
                    <a:pt x="2621" y="1298"/>
                  </a:lnTo>
                  <a:cubicBezTo>
                    <a:pt x="2607" y="1303"/>
                    <a:pt x="2594" y="1305"/>
                    <a:pt x="2581" y="1305"/>
                  </a:cubicBezTo>
                  <a:cubicBezTo>
                    <a:pt x="2524" y="1305"/>
                    <a:pt x="2473" y="1266"/>
                    <a:pt x="2454" y="1227"/>
                  </a:cubicBezTo>
                  <a:cubicBezTo>
                    <a:pt x="2430" y="1155"/>
                    <a:pt x="2478" y="1108"/>
                    <a:pt x="2525" y="1084"/>
                  </a:cubicBezTo>
                  <a:lnTo>
                    <a:pt x="2668" y="1013"/>
                  </a:lnTo>
                  <a:cubicBezTo>
                    <a:pt x="2692" y="1001"/>
                    <a:pt x="2710" y="995"/>
                    <a:pt x="2728" y="995"/>
                  </a:cubicBezTo>
                  <a:cubicBezTo>
                    <a:pt x="2746" y="995"/>
                    <a:pt x="2763" y="1001"/>
                    <a:pt x="2787" y="1013"/>
                  </a:cubicBezTo>
                  <a:cubicBezTo>
                    <a:pt x="2815" y="1031"/>
                    <a:pt x="2842" y="1039"/>
                    <a:pt x="2868" y="1039"/>
                  </a:cubicBezTo>
                  <a:cubicBezTo>
                    <a:pt x="2910" y="1039"/>
                    <a:pt x="2948" y="1018"/>
                    <a:pt x="2978" y="989"/>
                  </a:cubicBezTo>
                  <a:cubicBezTo>
                    <a:pt x="3025" y="917"/>
                    <a:pt x="3002" y="822"/>
                    <a:pt x="2954" y="774"/>
                  </a:cubicBezTo>
                  <a:cubicBezTo>
                    <a:pt x="2892" y="728"/>
                    <a:pt x="2821" y="702"/>
                    <a:pt x="2746" y="702"/>
                  </a:cubicBezTo>
                  <a:cubicBezTo>
                    <a:pt x="2705" y="702"/>
                    <a:pt x="2663" y="710"/>
                    <a:pt x="2621" y="727"/>
                  </a:cubicBezTo>
                  <a:lnTo>
                    <a:pt x="2597" y="679"/>
                  </a:lnTo>
                  <a:cubicBezTo>
                    <a:pt x="2577" y="620"/>
                    <a:pt x="2509" y="578"/>
                    <a:pt x="2446" y="578"/>
                  </a:cubicBezTo>
                  <a:cubicBezTo>
                    <a:pt x="2432" y="578"/>
                    <a:pt x="2419" y="580"/>
                    <a:pt x="2406" y="584"/>
                  </a:cubicBezTo>
                  <a:cubicBezTo>
                    <a:pt x="2335" y="632"/>
                    <a:pt x="2311" y="703"/>
                    <a:pt x="2335" y="774"/>
                  </a:cubicBezTo>
                  <a:lnTo>
                    <a:pt x="2359" y="822"/>
                  </a:lnTo>
                  <a:cubicBezTo>
                    <a:pt x="2192" y="941"/>
                    <a:pt x="2120" y="1155"/>
                    <a:pt x="2192" y="1346"/>
                  </a:cubicBezTo>
                  <a:cubicBezTo>
                    <a:pt x="2264" y="1490"/>
                    <a:pt x="2418" y="1594"/>
                    <a:pt x="2582" y="1594"/>
                  </a:cubicBezTo>
                  <a:cubicBezTo>
                    <a:pt x="2635" y="1594"/>
                    <a:pt x="2688" y="1583"/>
                    <a:pt x="2740" y="1560"/>
                  </a:cubicBezTo>
                  <a:lnTo>
                    <a:pt x="2882" y="1489"/>
                  </a:lnTo>
                  <a:lnTo>
                    <a:pt x="2978" y="1489"/>
                  </a:lnTo>
                  <a:cubicBezTo>
                    <a:pt x="3002" y="1513"/>
                    <a:pt x="3025" y="1537"/>
                    <a:pt x="3025" y="1560"/>
                  </a:cubicBezTo>
                  <a:cubicBezTo>
                    <a:pt x="3049" y="1608"/>
                    <a:pt x="3025" y="1679"/>
                    <a:pt x="2978" y="1703"/>
                  </a:cubicBezTo>
                  <a:lnTo>
                    <a:pt x="2811" y="1775"/>
                  </a:lnTo>
                  <a:lnTo>
                    <a:pt x="2763" y="1775"/>
                  </a:lnTo>
                  <a:cubicBezTo>
                    <a:pt x="2740" y="1775"/>
                    <a:pt x="2716" y="1775"/>
                    <a:pt x="2692" y="1751"/>
                  </a:cubicBezTo>
                  <a:cubicBezTo>
                    <a:pt x="2668" y="1715"/>
                    <a:pt x="2632" y="1697"/>
                    <a:pt x="2594" y="1697"/>
                  </a:cubicBezTo>
                  <a:cubicBezTo>
                    <a:pt x="2555" y="1697"/>
                    <a:pt x="2513" y="1715"/>
                    <a:pt x="2478" y="1751"/>
                  </a:cubicBezTo>
                  <a:cubicBezTo>
                    <a:pt x="2478" y="1751"/>
                    <a:pt x="2478" y="1775"/>
                    <a:pt x="2454" y="1775"/>
                  </a:cubicBezTo>
                  <a:lnTo>
                    <a:pt x="1739" y="1775"/>
                  </a:lnTo>
                  <a:cubicBezTo>
                    <a:pt x="1620" y="1513"/>
                    <a:pt x="1620" y="1227"/>
                    <a:pt x="1739" y="965"/>
                  </a:cubicBezTo>
                  <a:cubicBezTo>
                    <a:pt x="1835" y="703"/>
                    <a:pt x="2049" y="489"/>
                    <a:pt x="2311" y="393"/>
                  </a:cubicBezTo>
                  <a:cubicBezTo>
                    <a:pt x="2462" y="331"/>
                    <a:pt x="2613" y="301"/>
                    <a:pt x="2760" y="301"/>
                  </a:cubicBezTo>
                  <a:close/>
                  <a:moveTo>
                    <a:pt x="2740" y="0"/>
                  </a:moveTo>
                  <a:cubicBezTo>
                    <a:pt x="2561" y="0"/>
                    <a:pt x="2382" y="36"/>
                    <a:pt x="2216" y="108"/>
                  </a:cubicBezTo>
                  <a:cubicBezTo>
                    <a:pt x="1858" y="251"/>
                    <a:pt x="1596" y="512"/>
                    <a:pt x="1454" y="846"/>
                  </a:cubicBezTo>
                  <a:cubicBezTo>
                    <a:pt x="1335" y="1155"/>
                    <a:pt x="1311" y="1489"/>
                    <a:pt x="1406" y="1775"/>
                  </a:cubicBezTo>
                  <a:lnTo>
                    <a:pt x="739" y="1775"/>
                  </a:lnTo>
                  <a:cubicBezTo>
                    <a:pt x="644" y="1775"/>
                    <a:pt x="572" y="1798"/>
                    <a:pt x="501" y="1822"/>
                  </a:cubicBezTo>
                  <a:lnTo>
                    <a:pt x="311" y="1394"/>
                  </a:lnTo>
                  <a:cubicBezTo>
                    <a:pt x="293" y="1342"/>
                    <a:pt x="239" y="1303"/>
                    <a:pt x="183" y="1303"/>
                  </a:cubicBezTo>
                  <a:cubicBezTo>
                    <a:pt x="162" y="1303"/>
                    <a:pt x="140" y="1309"/>
                    <a:pt x="120" y="1322"/>
                  </a:cubicBezTo>
                  <a:cubicBezTo>
                    <a:pt x="49" y="1346"/>
                    <a:pt x="1" y="1441"/>
                    <a:pt x="49" y="1513"/>
                  </a:cubicBezTo>
                  <a:lnTo>
                    <a:pt x="263" y="2037"/>
                  </a:lnTo>
                  <a:cubicBezTo>
                    <a:pt x="215" y="2132"/>
                    <a:pt x="191" y="2227"/>
                    <a:pt x="191" y="2322"/>
                  </a:cubicBezTo>
                  <a:lnTo>
                    <a:pt x="191" y="4537"/>
                  </a:lnTo>
                  <a:cubicBezTo>
                    <a:pt x="191" y="4632"/>
                    <a:pt x="263" y="4704"/>
                    <a:pt x="334" y="4704"/>
                  </a:cubicBezTo>
                  <a:cubicBezTo>
                    <a:pt x="430" y="4704"/>
                    <a:pt x="501" y="4632"/>
                    <a:pt x="501" y="4537"/>
                  </a:cubicBezTo>
                  <a:lnTo>
                    <a:pt x="501" y="2322"/>
                  </a:lnTo>
                  <a:cubicBezTo>
                    <a:pt x="501" y="2179"/>
                    <a:pt x="596" y="2084"/>
                    <a:pt x="739" y="2084"/>
                  </a:cubicBezTo>
                  <a:lnTo>
                    <a:pt x="4907" y="2084"/>
                  </a:lnTo>
                  <a:cubicBezTo>
                    <a:pt x="5002" y="2084"/>
                    <a:pt x="5073" y="2013"/>
                    <a:pt x="5073" y="1918"/>
                  </a:cubicBezTo>
                  <a:cubicBezTo>
                    <a:pt x="5073" y="1846"/>
                    <a:pt x="5002" y="1775"/>
                    <a:pt x="4907" y="1775"/>
                  </a:cubicBezTo>
                  <a:lnTo>
                    <a:pt x="4073" y="1775"/>
                  </a:lnTo>
                  <a:cubicBezTo>
                    <a:pt x="4168" y="1465"/>
                    <a:pt x="4145" y="1155"/>
                    <a:pt x="4026" y="846"/>
                  </a:cubicBezTo>
                  <a:cubicBezTo>
                    <a:pt x="3883" y="512"/>
                    <a:pt x="3597" y="251"/>
                    <a:pt x="3264" y="108"/>
                  </a:cubicBezTo>
                  <a:cubicBezTo>
                    <a:pt x="3097" y="36"/>
                    <a:pt x="2918" y="0"/>
                    <a:pt x="2740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44" name="Google Shape;344;p31"/>
            <p:cNvSpPr/>
            <p:nvPr/>
          </p:nvSpPr>
          <p:spPr>
            <a:xfrm>
              <a:off x="4130793" y="2276448"/>
              <a:ext cx="47298" cy="25662"/>
            </a:xfrm>
            <a:custGeom>
              <a:rect b="b" l="l" r="r" t="t"/>
              <a:pathLst>
                <a:path extrusionOk="0" h="746" w="1406">
                  <a:moveTo>
                    <a:pt x="1207" y="1"/>
                  </a:moveTo>
                  <a:cubicBezTo>
                    <a:pt x="1193" y="1"/>
                    <a:pt x="1180" y="3"/>
                    <a:pt x="1167" y="7"/>
                  </a:cubicBezTo>
                  <a:lnTo>
                    <a:pt x="119" y="460"/>
                  </a:lnTo>
                  <a:cubicBezTo>
                    <a:pt x="48" y="483"/>
                    <a:pt x="0" y="579"/>
                    <a:pt x="24" y="650"/>
                  </a:cubicBezTo>
                  <a:cubicBezTo>
                    <a:pt x="48" y="721"/>
                    <a:pt x="119" y="745"/>
                    <a:pt x="167" y="745"/>
                  </a:cubicBezTo>
                  <a:lnTo>
                    <a:pt x="215" y="745"/>
                  </a:lnTo>
                  <a:lnTo>
                    <a:pt x="1286" y="293"/>
                  </a:lnTo>
                  <a:cubicBezTo>
                    <a:pt x="1358" y="269"/>
                    <a:pt x="1405" y="174"/>
                    <a:pt x="1358" y="102"/>
                  </a:cubicBezTo>
                  <a:cubicBezTo>
                    <a:pt x="1338" y="44"/>
                    <a:pt x="1270" y="1"/>
                    <a:pt x="120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45" name="Google Shape;345;p31"/>
            <p:cNvSpPr/>
            <p:nvPr/>
          </p:nvSpPr>
          <p:spPr>
            <a:xfrm>
              <a:off x="4137992" y="2301423"/>
              <a:ext cx="25667" cy="16237"/>
            </a:xfrm>
            <a:custGeom>
              <a:rect b="b" l="l" r="r" t="t"/>
              <a:pathLst>
                <a:path extrusionOk="0" h="472" w="763">
                  <a:moveTo>
                    <a:pt x="599" y="0"/>
                  </a:moveTo>
                  <a:cubicBezTo>
                    <a:pt x="576" y="0"/>
                    <a:pt x="551" y="6"/>
                    <a:pt x="525" y="19"/>
                  </a:cubicBezTo>
                  <a:lnTo>
                    <a:pt x="96" y="186"/>
                  </a:lnTo>
                  <a:cubicBezTo>
                    <a:pt x="24" y="234"/>
                    <a:pt x="1" y="305"/>
                    <a:pt x="24" y="376"/>
                  </a:cubicBezTo>
                  <a:cubicBezTo>
                    <a:pt x="48" y="448"/>
                    <a:pt x="96" y="472"/>
                    <a:pt x="167" y="472"/>
                  </a:cubicBezTo>
                  <a:lnTo>
                    <a:pt x="215" y="472"/>
                  </a:lnTo>
                  <a:lnTo>
                    <a:pt x="644" y="281"/>
                  </a:lnTo>
                  <a:cubicBezTo>
                    <a:pt x="715" y="257"/>
                    <a:pt x="763" y="162"/>
                    <a:pt x="739" y="91"/>
                  </a:cubicBezTo>
                  <a:cubicBezTo>
                    <a:pt x="705" y="39"/>
                    <a:pt x="658" y="0"/>
                    <a:pt x="59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46" name="Google Shape;346;p31"/>
            <p:cNvSpPr/>
            <p:nvPr/>
          </p:nvSpPr>
          <p:spPr>
            <a:xfrm>
              <a:off x="4161237" y="2507685"/>
              <a:ext cx="35288" cy="9873"/>
            </a:xfrm>
            <a:custGeom>
              <a:rect b="b" l="l" r="r" t="t"/>
              <a:pathLst>
                <a:path extrusionOk="0" h="287" w="1049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6"/>
                    <a:pt x="143" y="286"/>
                  </a:cubicBezTo>
                  <a:lnTo>
                    <a:pt x="905" y="286"/>
                  </a:lnTo>
                  <a:cubicBezTo>
                    <a:pt x="977" y="286"/>
                    <a:pt x="1048" y="215"/>
                    <a:pt x="1048" y="144"/>
                  </a:cubicBezTo>
                  <a:cubicBezTo>
                    <a:pt x="1048" y="48"/>
                    <a:pt x="977" y="1"/>
                    <a:pt x="90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47" name="Google Shape;347;p31"/>
            <p:cNvSpPr/>
            <p:nvPr/>
          </p:nvSpPr>
          <p:spPr>
            <a:xfrm>
              <a:off x="4161237" y="2525711"/>
              <a:ext cx="81745" cy="10698"/>
            </a:xfrm>
            <a:custGeom>
              <a:rect b="b" l="l" r="r" t="t"/>
              <a:pathLst>
                <a:path extrusionOk="0" h="311" w="243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86" y="310"/>
                  </a:lnTo>
                  <a:cubicBezTo>
                    <a:pt x="2358" y="310"/>
                    <a:pt x="2429" y="239"/>
                    <a:pt x="2429" y="143"/>
                  </a:cubicBezTo>
                  <a:cubicBezTo>
                    <a:pt x="2429" y="72"/>
                    <a:pt x="2358" y="1"/>
                    <a:pt x="228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348" name="Google Shape;348;p31"/>
          <p:cNvSpPr txBox="1"/>
          <p:nvPr>
            <p:ph type="title"/>
          </p:nvPr>
        </p:nvSpPr>
        <p:spPr>
          <a:xfrm>
            <a:off x="525817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96"/>
              <a:buFont typeface="Montserrat"/>
              <a:buNone/>
            </a:pPr>
            <a:r>
              <a:rPr b="1" lang="ru-RU" sz="1997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rPr>
              <a:t>ПРОБЛЕМА</a:t>
            </a:r>
            <a:endParaRPr/>
          </a:p>
        </p:txBody>
      </p:sp>
      <p:pic>
        <p:nvPicPr>
          <p:cNvPr descr="image.png" id="349" name="Google Shape;349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5989320"/>
            <a:ext cx="1038885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2"/>
          <p:cNvSpPr/>
          <p:nvPr/>
        </p:nvSpPr>
        <p:spPr>
          <a:xfrm>
            <a:off x="2255520" y="2926080"/>
            <a:ext cx="7680960" cy="2651760"/>
          </a:xfrm>
          <a:prstGeom prst="roundRect">
            <a:avLst>
              <a:gd fmla="val 515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5" name="Google Shape;355;p32"/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fmla="val 1870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6" name="Google Shape;356;p32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>
                <a:solidFill>
                  <a:schemeClr val="accent5"/>
                </a:solidFill>
              </a:rPr>
              <a:t>‹#›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357" name="Google Shape;357;p32"/>
          <p:cNvSpPr/>
          <p:nvPr>
            <p:ph idx="3" type="body"/>
          </p:nvPr>
        </p:nvSpPr>
        <p:spPr>
          <a:xfrm>
            <a:off x="2712720" y="2926080"/>
            <a:ext cx="6766560" cy="265176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500"/>
              <a:buNone/>
            </a:pPr>
            <a:r>
              <a:rPr b="1" lang="ru-RU" sz="3400">
                <a:solidFill>
                  <a:srgbClr val="2E124A"/>
                </a:solidFill>
              </a:rPr>
              <a:t>Готовность на глаз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ctr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SzPts val="1400"/>
              <a:buNone/>
            </a:pPr>
            <a:r>
              <a:rPr b="0" lang="ru-RU" sz="1800">
                <a:solidFill>
                  <a:srgbClr val="2E124A"/>
                </a:solidFill>
              </a:rPr>
              <a:t>Никто не может измерить, готов ли человек к смене. Проверяют интуитивно.</a:t>
            </a:r>
            <a:endParaRPr/>
          </a:p>
        </p:txBody>
      </p:sp>
      <p:grpSp>
        <p:nvGrpSpPr>
          <p:cNvPr id="358" name="Google Shape;358;p32"/>
          <p:cNvGrpSpPr/>
          <p:nvPr/>
        </p:nvGrpSpPr>
        <p:grpSpPr>
          <a:xfrm>
            <a:off x="5760410" y="1749715"/>
            <a:ext cx="738604" cy="694944"/>
            <a:chOff x="4754041" y="2231625"/>
            <a:chExt cx="340538" cy="322810"/>
          </a:xfrm>
        </p:grpSpPr>
        <p:sp>
          <p:nvSpPr>
            <p:cNvPr id="359" name="Google Shape;359;p32"/>
            <p:cNvSpPr/>
            <p:nvPr/>
          </p:nvSpPr>
          <p:spPr>
            <a:xfrm>
              <a:off x="4754041" y="2231625"/>
              <a:ext cx="340538" cy="322810"/>
            </a:xfrm>
            <a:custGeom>
              <a:rect b="b" l="l" r="r" t="t"/>
              <a:pathLst>
                <a:path extrusionOk="0" h="9384" w="10123">
                  <a:moveTo>
                    <a:pt x="5073" y="8550"/>
                  </a:moveTo>
                  <a:cubicBezTo>
                    <a:pt x="5216" y="8550"/>
                    <a:pt x="5335" y="8669"/>
                    <a:pt x="5335" y="8812"/>
                  </a:cubicBezTo>
                  <a:cubicBezTo>
                    <a:pt x="5335" y="8954"/>
                    <a:pt x="5216" y="9097"/>
                    <a:pt x="5073" y="9097"/>
                  </a:cubicBezTo>
                  <a:cubicBezTo>
                    <a:pt x="4907" y="9097"/>
                    <a:pt x="4788" y="8954"/>
                    <a:pt x="4788" y="8812"/>
                  </a:cubicBezTo>
                  <a:cubicBezTo>
                    <a:pt x="4788" y="8669"/>
                    <a:pt x="4907" y="8550"/>
                    <a:pt x="5073" y="8550"/>
                  </a:cubicBezTo>
                  <a:close/>
                  <a:moveTo>
                    <a:pt x="358" y="0"/>
                  </a:moveTo>
                  <a:cubicBezTo>
                    <a:pt x="168" y="0"/>
                    <a:pt x="1" y="167"/>
                    <a:pt x="1" y="357"/>
                  </a:cubicBezTo>
                  <a:lnTo>
                    <a:pt x="1" y="953"/>
                  </a:lnTo>
                  <a:cubicBezTo>
                    <a:pt x="1" y="1143"/>
                    <a:pt x="144" y="1286"/>
                    <a:pt x="334" y="1286"/>
                  </a:cubicBezTo>
                  <a:lnTo>
                    <a:pt x="334" y="5168"/>
                  </a:lnTo>
                  <a:cubicBezTo>
                    <a:pt x="334" y="5239"/>
                    <a:pt x="406" y="5311"/>
                    <a:pt x="477" y="5311"/>
                  </a:cubicBezTo>
                  <a:cubicBezTo>
                    <a:pt x="572" y="5311"/>
                    <a:pt x="644" y="5263"/>
                    <a:pt x="644" y="5168"/>
                  </a:cubicBezTo>
                  <a:lnTo>
                    <a:pt x="644" y="1286"/>
                  </a:lnTo>
                  <a:lnTo>
                    <a:pt x="7741" y="1286"/>
                  </a:lnTo>
                  <a:cubicBezTo>
                    <a:pt x="7812" y="1286"/>
                    <a:pt x="7884" y="1239"/>
                    <a:pt x="7884" y="1143"/>
                  </a:cubicBezTo>
                  <a:cubicBezTo>
                    <a:pt x="7884" y="1072"/>
                    <a:pt x="7812" y="1000"/>
                    <a:pt x="7741" y="1000"/>
                  </a:cubicBezTo>
                  <a:lnTo>
                    <a:pt x="358" y="1000"/>
                  </a:lnTo>
                  <a:cubicBezTo>
                    <a:pt x="334" y="1000"/>
                    <a:pt x="311" y="977"/>
                    <a:pt x="311" y="953"/>
                  </a:cubicBezTo>
                  <a:lnTo>
                    <a:pt x="311" y="357"/>
                  </a:lnTo>
                  <a:cubicBezTo>
                    <a:pt x="311" y="310"/>
                    <a:pt x="334" y="286"/>
                    <a:pt x="358" y="286"/>
                  </a:cubicBezTo>
                  <a:lnTo>
                    <a:pt x="9789" y="286"/>
                  </a:lnTo>
                  <a:cubicBezTo>
                    <a:pt x="9812" y="286"/>
                    <a:pt x="9836" y="334"/>
                    <a:pt x="9836" y="357"/>
                  </a:cubicBezTo>
                  <a:lnTo>
                    <a:pt x="9836" y="953"/>
                  </a:lnTo>
                  <a:cubicBezTo>
                    <a:pt x="9836" y="977"/>
                    <a:pt x="9812" y="1000"/>
                    <a:pt x="9789" y="1000"/>
                  </a:cubicBezTo>
                  <a:lnTo>
                    <a:pt x="8407" y="1000"/>
                  </a:lnTo>
                  <a:cubicBezTo>
                    <a:pt x="8312" y="1000"/>
                    <a:pt x="8241" y="1072"/>
                    <a:pt x="8241" y="1143"/>
                  </a:cubicBezTo>
                  <a:cubicBezTo>
                    <a:pt x="8241" y="1239"/>
                    <a:pt x="8312" y="1286"/>
                    <a:pt x="8407" y="1286"/>
                  </a:cubicBezTo>
                  <a:lnTo>
                    <a:pt x="9503" y="1286"/>
                  </a:lnTo>
                  <a:lnTo>
                    <a:pt x="9503" y="7335"/>
                  </a:lnTo>
                  <a:cubicBezTo>
                    <a:pt x="9503" y="7359"/>
                    <a:pt x="9479" y="7383"/>
                    <a:pt x="9455" y="7383"/>
                  </a:cubicBezTo>
                  <a:lnTo>
                    <a:pt x="692" y="7383"/>
                  </a:lnTo>
                  <a:cubicBezTo>
                    <a:pt x="668" y="7383"/>
                    <a:pt x="644" y="7359"/>
                    <a:pt x="644" y="7335"/>
                  </a:cubicBezTo>
                  <a:lnTo>
                    <a:pt x="644" y="5835"/>
                  </a:lnTo>
                  <a:cubicBezTo>
                    <a:pt x="644" y="5740"/>
                    <a:pt x="572" y="5692"/>
                    <a:pt x="477" y="5692"/>
                  </a:cubicBezTo>
                  <a:cubicBezTo>
                    <a:pt x="406" y="5692"/>
                    <a:pt x="334" y="5740"/>
                    <a:pt x="334" y="5835"/>
                  </a:cubicBezTo>
                  <a:lnTo>
                    <a:pt x="334" y="7335"/>
                  </a:lnTo>
                  <a:cubicBezTo>
                    <a:pt x="334" y="7526"/>
                    <a:pt x="501" y="7668"/>
                    <a:pt x="692" y="7668"/>
                  </a:cubicBezTo>
                  <a:lnTo>
                    <a:pt x="4907" y="7668"/>
                  </a:lnTo>
                  <a:lnTo>
                    <a:pt x="4907" y="8264"/>
                  </a:lnTo>
                  <a:cubicBezTo>
                    <a:pt x="4669" y="8335"/>
                    <a:pt x="4502" y="8550"/>
                    <a:pt x="4502" y="8812"/>
                  </a:cubicBezTo>
                  <a:cubicBezTo>
                    <a:pt x="4502" y="9121"/>
                    <a:pt x="4740" y="9383"/>
                    <a:pt x="5073" y="9383"/>
                  </a:cubicBezTo>
                  <a:cubicBezTo>
                    <a:pt x="5383" y="9383"/>
                    <a:pt x="5621" y="9121"/>
                    <a:pt x="5621" y="8812"/>
                  </a:cubicBezTo>
                  <a:cubicBezTo>
                    <a:pt x="5621" y="8550"/>
                    <a:pt x="5454" y="8335"/>
                    <a:pt x="5216" y="8264"/>
                  </a:cubicBezTo>
                  <a:lnTo>
                    <a:pt x="5216" y="7668"/>
                  </a:lnTo>
                  <a:lnTo>
                    <a:pt x="9431" y="7668"/>
                  </a:lnTo>
                  <a:cubicBezTo>
                    <a:pt x="9622" y="7668"/>
                    <a:pt x="9789" y="7526"/>
                    <a:pt x="9789" y="7335"/>
                  </a:cubicBezTo>
                  <a:lnTo>
                    <a:pt x="9789" y="1286"/>
                  </a:lnTo>
                  <a:cubicBezTo>
                    <a:pt x="9979" y="1286"/>
                    <a:pt x="10122" y="1143"/>
                    <a:pt x="10122" y="953"/>
                  </a:cubicBezTo>
                  <a:lnTo>
                    <a:pt x="10122" y="357"/>
                  </a:lnTo>
                  <a:cubicBezTo>
                    <a:pt x="10122" y="167"/>
                    <a:pt x="9979" y="0"/>
                    <a:pt x="9789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60" name="Google Shape;360;p32"/>
            <p:cNvSpPr/>
            <p:nvPr/>
          </p:nvSpPr>
          <p:spPr>
            <a:xfrm>
              <a:off x="5011219" y="2437234"/>
              <a:ext cx="45683" cy="9873"/>
            </a:xfrm>
            <a:custGeom>
              <a:rect b="b" l="l" r="r" t="t"/>
              <a:pathLst>
                <a:path extrusionOk="0" h="287" w="1358">
                  <a:moveTo>
                    <a:pt x="167" y="1"/>
                  </a:moveTo>
                  <a:cubicBezTo>
                    <a:pt x="72" y="1"/>
                    <a:pt x="0" y="72"/>
                    <a:pt x="0" y="144"/>
                  </a:cubicBezTo>
                  <a:cubicBezTo>
                    <a:pt x="0" y="239"/>
                    <a:pt x="72" y="286"/>
                    <a:pt x="167" y="286"/>
                  </a:cubicBezTo>
                  <a:lnTo>
                    <a:pt x="1191" y="286"/>
                  </a:lnTo>
                  <a:cubicBezTo>
                    <a:pt x="1286" y="286"/>
                    <a:pt x="1358" y="239"/>
                    <a:pt x="1358" y="144"/>
                  </a:cubicBezTo>
                  <a:cubicBezTo>
                    <a:pt x="1334" y="72"/>
                    <a:pt x="1286" y="1"/>
                    <a:pt x="119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61" name="Google Shape;361;p32"/>
            <p:cNvSpPr/>
            <p:nvPr/>
          </p:nvSpPr>
          <p:spPr>
            <a:xfrm>
              <a:off x="4976772" y="2455259"/>
              <a:ext cx="80130" cy="10698"/>
            </a:xfrm>
            <a:custGeom>
              <a:rect b="b" l="l" r="r" t="t"/>
              <a:pathLst>
                <a:path extrusionOk="0" h="311" w="2382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15" y="310"/>
                  </a:lnTo>
                  <a:cubicBezTo>
                    <a:pt x="2310" y="310"/>
                    <a:pt x="2382" y="239"/>
                    <a:pt x="2382" y="143"/>
                  </a:cubicBezTo>
                  <a:cubicBezTo>
                    <a:pt x="2382" y="72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62" name="Google Shape;362;p32"/>
            <p:cNvSpPr/>
            <p:nvPr/>
          </p:nvSpPr>
          <p:spPr>
            <a:xfrm>
              <a:off x="4976772" y="2302902"/>
              <a:ext cx="16854" cy="10664"/>
            </a:xfrm>
            <a:custGeom>
              <a:rect b="b" l="l" r="r" t="t"/>
              <a:pathLst>
                <a:path extrusionOk="0" h="310" w="501">
                  <a:moveTo>
                    <a:pt x="143" y="0"/>
                  </a:moveTo>
                  <a:cubicBezTo>
                    <a:pt x="72" y="0"/>
                    <a:pt x="0" y="72"/>
                    <a:pt x="0" y="143"/>
                  </a:cubicBezTo>
                  <a:cubicBezTo>
                    <a:pt x="0" y="238"/>
                    <a:pt x="72" y="310"/>
                    <a:pt x="143" y="310"/>
                  </a:cubicBezTo>
                  <a:lnTo>
                    <a:pt x="334" y="310"/>
                  </a:lnTo>
                  <a:cubicBezTo>
                    <a:pt x="429" y="310"/>
                    <a:pt x="500" y="238"/>
                    <a:pt x="500" y="143"/>
                  </a:cubicBezTo>
                  <a:cubicBezTo>
                    <a:pt x="500" y="72"/>
                    <a:pt x="429" y="0"/>
                    <a:pt x="334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63" name="Google Shape;363;p32"/>
            <p:cNvSpPr/>
            <p:nvPr/>
          </p:nvSpPr>
          <p:spPr>
            <a:xfrm>
              <a:off x="5001598" y="2302902"/>
              <a:ext cx="55304" cy="10664"/>
            </a:xfrm>
            <a:custGeom>
              <a:rect b="b" l="l" r="r" t="t"/>
              <a:pathLst>
                <a:path extrusionOk="0" h="310" w="1644">
                  <a:moveTo>
                    <a:pt x="143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8"/>
                    <a:pt x="72" y="310"/>
                    <a:pt x="143" y="310"/>
                  </a:cubicBezTo>
                  <a:lnTo>
                    <a:pt x="1477" y="310"/>
                  </a:lnTo>
                  <a:cubicBezTo>
                    <a:pt x="1572" y="310"/>
                    <a:pt x="1644" y="238"/>
                    <a:pt x="1644" y="143"/>
                  </a:cubicBezTo>
                  <a:cubicBezTo>
                    <a:pt x="1644" y="72"/>
                    <a:pt x="1572" y="0"/>
                    <a:pt x="147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64" name="Google Shape;364;p32"/>
            <p:cNvSpPr/>
            <p:nvPr/>
          </p:nvSpPr>
          <p:spPr>
            <a:xfrm>
              <a:off x="4976772" y="2321719"/>
              <a:ext cx="80130" cy="9873"/>
            </a:xfrm>
            <a:custGeom>
              <a:rect b="b" l="l" r="r" t="t"/>
              <a:pathLst>
                <a:path extrusionOk="0" h="287" w="2382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2215" y="287"/>
                  </a:lnTo>
                  <a:cubicBezTo>
                    <a:pt x="2310" y="287"/>
                    <a:pt x="2382" y="215"/>
                    <a:pt x="2382" y="144"/>
                  </a:cubicBezTo>
                  <a:cubicBezTo>
                    <a:pt x="2382" y="48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65" name="Google Shape;365;p32"/>
            <p:cNvSpPr/>
            <p:nvPr/>
          </p:nvSpPr>
          <p:spPr>
            <a:xfrm>
              <a:off x="4976772" y="2352025"/>
              <a:ext cx="80130" cy="65601"/>
            </a:xfrm>
            <a:custGeom>
              <a:rect b="b" l="l" r="r" t="t"/>
              <a:pathLst>
                <a:path extrusionOk="0" h="1907" w="2382">
                  <a:moveTo>
                    <a:pt x="143" y="1"/>
                  </a:moveTo>
                  <a:cubicBezTo>
                    <a:pt x="48" y="1"/>
                    <a:pt x="0" y="49"/>
                    <a:pt x="0" y="144"/>
                  </a:cubicBezTo>
                  <a:lnTo>
                    <a:pt x="0" y="1763"/>
                  </a:lnTo>
                  <a:cubicBezTo>
                    <a:pt x="0" y="1835"/>
                    <a:pt x="72" y="1906"/>
                    <a:pt x="143" y="1906"/>
                  </a:cubicBezTo>
                  <a:lnTo>
                    <a:pt x="2215" y="1906"/>
                  </a:lnTo>
                  <a:cubicBezTo>
                    <a:pt x="2310" y="1906"/>
                    <a:pt x="2382" y="1835"/>
                    <a:pt x="2382" y="1763"/>
                  </a:cubicBezTo>
                  <a:cubicBezTo>
                    <a:pt x="2382" y="1668"/>
                    <a:pt x="2310" y="1597"/>
                    <a:pt x="2215" y="1597"/>
                  </a:cubicBezTo>
                  <a:lnTo>
                    <a:pt x="1858" y="1597"/>
                  </a:lnTo>
                  <a:lnTo>
                    <a:pt x="1858" y="311"/>
                  </a:lnTo>
                  <a:cubicBezTo>
                    <a:pt x="1858" y="239"/>
                    <a:pt x="1786" y="168"/>
                    <a:pt x="1715" y="168"/>
                  </a:cubicBezTo>
                  <a:cubicBezTo>
                    <a:pt x="1644" y="168"/>
                    <a:pt x="1572" y="239"/>
                    <a:pt x="1572" y="311"/>
                  </a:cubicBezTo>
                  <a:lnTo>
                    <a:pt x="1572" y="1597"/>
                  </a:lnTo>
                  <a:lnTo>
                    <a:pt x="1334" y="1597"/>
                  </a:lnTo>
                  <a:lnTo>
                    <a:pt x="1334" y="1120"/>
                  </a:lnTo>
                  <a:cubicBezTo>
                    <a:pt x="1334" y="1049"/>
                    <a:pt x="1263" y="977"/>
                    <a:pt x="1191" y="977"/>
                  </a:cubicBezTo>
                  <a:cubicBezTo>
                    <a:pt x="1096" y="977"/>
                    <a:pt x="1024" y="1049"/>
                    <a:pt x="1024" y="1120"/>
                  </a:cubicBezTo>
                  <a:lnTo>
                    <a:pt x="1024" y="1597"/>
                  </a:lnTo>
                  <a:lnTo>
                    <a:pt x="786" y="1597"/>
                  </a:lnTo>
                  <a:lnTo>
                    <a:pt x="786" y="763"/>
                  </a:lnTo>
                  <a:cubicBezTo>
                    <a:pt x="786" y="668"/>
                    <a:pt x="739" y="596"/>
                    <a:pt x="643" y="596"/>
                  </a:cubicBezTo>
                  <a:cubicBezTo>
                    <a:pt x="572" y="596"/>
                    <a:pt x="500" y="668"/>
                    <a:pt x="500" y="763"/>
                  </a:cubicBezTo>
                  <a:lnTo>
                    <a:pt x="500" y="1597"/>
                  </a:lnTo>
                  <a:lnTo>
                    <a:pt x="286" y="1597"/>
                  </a:lnTo>
                  <a:lnTo>
                    <a:pt x="286" y="144"/>
                  </a:lnTo>
                  <a:cubicBezTo>
                    <a:pt x="286" y="72"/>
                    <a:pt x="215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66" name="Google Shape;366;p32"/>
            <p:cNvSpPr/>
            <p:nvPr/>
          </p:nvSpPr>
          <p:spPr>
            <a:xfrm>
              <a:off x="4789296" y="2294680"/>
              <a:ext cx="168267" cy="172069"/>
            </a:xfrm>
            <a:custGeom>
              <a:rect b="b" l="l" r="r" t="t"/>
              <a:pathLst>
                <a:path extrusionOk="0" h="5002" w="5002">
                  <a:moveTo>
                    <a:pt x="2501" y="1215"/>
                  </a:moveTo>
                  <a:cubicBezTo>
                    <a:pt x="3216" y="1215"/>
                    <a:pt x="3811" y="1787"/>
                    <a:pt x="3811" y="2501"/>
                  </a:cubicBezTo>
                  <a:cubicBezTo>
                    <a:pt x="3811" y="3240"/>
                    <a:pt x="3216" y="3811"/>
                    <a:pt x="2501" y="3811"/>
                  </a:cubicBezTo>
                  <a:cubicBezTo>
                    <a:pt x="1787" y="3811"/>
                    <a:pt x="1215" y="3216"/>
                    <a:pt x="1215" y="2501"/>
                  </a:cubicBezTo>
                  <a:cubicBezTo>
                    <a:pt x="1215" y="1787"/>
                    <a:pt x="1787" y="1215"/>
                    <a:pt x="2501" y="1215"/>
                  </a:cubicBezTo>
                  <a:close/>
                  <a:moveTo>
                    <a:pt x="4692" y="2668"/>
                  </a:moveTo>
                  <a:cubicBezTo>
                    <a:pt x="4668" y="3121"/>
                    <a:pt x="4502" y="3549"/>
                    <a:pt x="4216" y="3883"/>
                  </a:cubicBezTo>
                  <a:lnTo>
                    <a:pt x="3787" y="3454"/>
                  </a:lnTo>
                  <a:cubicBezTo>
                    <a:pt x="3954" y="3216"/>
                    <a:pt x="4073" y="2954"/>
                    <a:pt x="4097" y="2668"/>
                  </a:cubicBezTo>
                  <a:close/>
                  <a:moveTo>
                    <a:pt x="2358" y="311"/>
                  </a:moveTo>
                  <a:lnTo>
                    <a:pt x="2358" y="930"/>
                  </a:lnTo>
                  <a:cubicBezTo>
                    <a:pt x="1549" y="1001"/>
                    <a:pt x="906" y="1692"/>
                    <a:pt x="906" y="2501"/>
                  </a:cubicBezTo>
                  <a:cubicBezTo>
                    <a:pt x="906" y="3383"/>
                    <a:pt x="1620" y="4097"/>
                    <a:pt x="2501" y="4097"/>
                  </a:cubicBezTo>
                  <a:cubicBezTo>
                    <a:pt x="2930" y="4097"/>
                    <a:pt x="3311" y="3954"/>
                    <a:pt x="3597" y="3668"/>
                  </a:cubicBezTo>
                  <a:cubicBezTo>
                    <a:pt x="3740" y="3811"/>
                    <a:pt x="3883" y="3954"/>
                    <a:pt x="4025" y="4097"/>
                  </a:cubicBezTo>
                  <a:cubicBezTo>
                    <a:pt x="3644" y="4478"/>
                    <a:pt x="3097" y="4716"/>
                    <a:pt x="2501" y="4716"/>
                  </a:cubicBezTo>
                  <a:cubicBezTo>
                    <a:pt x="1287" y="4716"/>
                    <a:pt x="310" y="3716"/>
                    <a:pt x="310" y="2501"/>
                  </a:cubicBezTo>
                  <a:cubicBezTo>
                    <a:pt x="310" y="1335"/>
                    <a:pt x="1215" y="382"/>
                    <a:pt x="2358" y="311"/>
                  </a:cubicBezTo>
                  <a:close/>
                  <a:moveTo>
                    <a:pt x="2501" y="1"/>
                  </a:moveTo>
                  <a:cubicBezTo>
                    <a:pt x="1120" y="1"/>
                    <a:pt x="1" y="1144"/>
                    <a:pt x="1" y="2501"/>
                  </a:cubicBezTo>
                  <a:cubicBezTo>
                    <a:pt x="1" y="3883"/>
                    <a:pt x="1120" y="5002"/>
                    <a:pt x="2501" y="5002"/>
                  </a:cubicBezTo>
                  <a:cubicBezTo>
                    <a:pt x="3883" y="5002"/>
                    <a:pt x="5002" y="3883"/>
                    <a:pt x="5002" y="2501"/>
                  </a:cubicBezTo>
                  <a:cubicBezTo>
                    <a:pt x="5002" y="1978"/>
                    <a:pt x="4835" y="1477"/>
                    <a:pt x="4526" y="1049"/>
                  </a:cubicBezTo>
                  <a:cubicBezTo>
                    <a:pt x="4499" y="1009"/>
                    <a:pt x="4459" y="992"/>
                    <a:pt x="4415" y="992"/>
                  </a:cubicBezTo>
                  <a:cubicBezTo>
                    <a:pt x="4380" y="992"/>
                    <a:pt x="4343" y="1004"/>
                    <a:pt x="4311" y="1025"/>
                  </a:cubicBezTo>
                  <a:cubicBezTo>
                    <a:pt x="4264" y="1073"/>
                    <a:pt x="4240" y="1144"/>
                    <a:pt x="4287" y="1215"/>
                  </a:cubicBezTo>
                  <a:cubicBezTo>
                    <a:pt x="4526" y="1549"/>
                    <a:pt x="4668" y="1954"/>
                    <a:pt x="4692" y="2359"/>
                  </a:cubicBezTo>
                  <a:lnTo>
                    <a:pt x="4097" y="2359"/>
                  </a:lnTo>
                  <a:cubicBezTo>
                    <a:pt x="4025" y="1597"/>
                    <a:pt x="3406" y="1001"/>
                    <a:pt x="2644" y="930"/>
                  </a:cubicBezTo>
                  <a:lnTo>
                    <a:pt x="2644" y="311"/>
                  </a:lnTo>
                  <a:cubicBezTo>
                    <a:pt x="3097" y="334"/>
                    <a:pt x="3501" y="501"/>
                    <a:pt x="3859" y="787"/>
                  </a:cubicBezTo>
                  <a:cubicBezTo>
                    <a:pt x="3886" y="805"/>
                    <a:pt x="3917" y="813"/>
                    <a:pt x="3947" y="813"/>
                  </a:cubicBezTo>
                  <a:cubicBezTo>
                    <a:pt x="3996" y="813"/>
                    <a:pt x="4044" y="792"/>
                    <a:pt x="4073" y="763"/>
                  </a:cubicBezTo>
                  <a:cubicBezTo>
                    <a:pt x="4121" y="692"/>
                    <a:pt x="4121" y="596"/>
                    <a:pt x="4049" y="549"/>
                  </a:cubicBezTo>
                  <a:cubicBezTo>
                    <a:pt x="3597" y="191"/>
                    <a:pt x="3073" y="1"/>
                    <a:pt x="250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67" name="Google Shape;367;p32"/>
            <p:cNvSpPr/>
            <p:nvPr/>
          </p:nvSpPr>
          <p:spPr>
            <a:xfrm>
              <a:off x="4794107" y="2453402"/>
              <a:ext cx="24086" cy="17475"/>
            </a:xfrm>
            <a:custGeom>
              <a:rect b="b" l="l" r="r" t="t"/>
              <a:pathLst>
                <a:path extrusionOk="0" h="508" w="716">
                  <a:moveTo>
                    <a:pt x="167" y="1"/>
                  </a:moveTo>
                  <a:cubicBezTo>
                    <a:pt x="132" y="1"/>
                    <a:pt x="96" y="19"/>
                    <a:pt x="72" y="55"/>
                  </a:cubicBezTo>
                  <a:cubicBezTo>
                    <a:pt x="1" y="102"/>
                    <a:pt x="1" y="197"/>
                    <a:pt x="72" y="245"/>
                  </a:cubicBezTo>
                  <a:lnTo>
                    <a:pt x="263" y="459"/>
                  </a:lnTo>
                  <a:cubicBezTo>
                    <a:pt x="286" y="483"/>
                    <a:pt x="334" y="507"/>
                    <a:pt x="358" y="507"/>
                  </a:cubicBezTo>
                  <a:cubicBezTo>
                    <a:pt x="405" y="507"/>
                    <a:pt x="429" y="483"/>
                    <a:pt x="477" y="459"/>
                  </a:cubicBezTo>
                  <a:lnTo>
                    <a:pt x="667" y="245"/>
                  </a:lnTo>
                  <a:cubicBezTo>
                    <a:pt x="715" y="197"/>
                    <a:pt x="715" y="102"/>
                    <a:pt x="667" y="55"/>
                  </a:cubicBezTo>
                  <a:cubicBezTo>
                    <a:pt x="632" y="19"/>
                    <a:pt x="590" y="1"/>
                    <a:pt x="551" y="1"/>
                  </a:cubicBezTo>
                  <a:cubicBezTo>
                    <a:pt x="513" y="1"/>
                    <a:pt x="477" y="19"/>
                    <a:pt x="453" y="55"/>
                  </a:cubicBezTo>
                  <a:lnTo>
                    <a:pt x="358" y="150"/>
                  </a:lnTo>
                  <a:lnTo>
                    <a:pt x="263" y="55"/>
                  </a:lnTo>
                  <a:cubicBezTo>
                    <a:pt x="239" y="19"/>
                    <a:pt x="203" y="1"/>
                    <a:pt x="1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68" name="Google Shape;368;p32"/>
            <p:cNvSpPr/>
            <p:nvPr/>
          </p:nvSpPr>
          <p:spPr>
            <a:xfrm>
              <a:off x="4883051" y="2382744"/>
              <a:ext cx="24053" cy="16856"/>
            </a:xfrm>
            <a:custGeom>
              <a:rect b="b" l="l" r="r" t="t"/>
              <a:pathLst>
                <a:path extrusionOk="0" h="490" w="715">
                  <a:moveTo>
                    <a:pt x="164" y="1"/>
                  </a:moveTo>
                  <a:cubicBezTo>
                    <a:pt x="125" y="1"/>
                    <a:pt x="83" y="13"/>
                    <a:pt x="48" y="37"/>
                  </a:cubicBezTo>
                  <a:cubicBezTo>
                    <a:pt x="0" y="84"/>
                    <a:pt x="0" y="180"/>
                    <a:pt x="48" y="251"/>
                  </a:cubicBezTo>
                  <a:lnTo>
                    <a:pt x="238" y="442"/>
                  </a:lnTo>
                  <a:cubicBezTo>
                    <a:pt x="286" y="465"/>
                    <a:pt x="310" y="489"/>
                    <a:pt x="357" y="489"/>
                  </a:cubicBezTo>
                  <a:cubicBezTo>
                    <a:pt x="381" y="489"/>
                    <a:pt x="429" y="465"/>
                    <a:pt x="453" y="442"/>
                  </a:cubicBezTo>
                  <a:lnTo>
                    <a:pt x="667" y="251"/>
                  </a:lnTo>
                  <a:cubicBezTo>
                    <a:pt x="714" y="180"/>
                    <a:pt x="714" y="84"/>
                    <a:pt x="667" y="37"/>
                  </a:cubicBezTo>
                  <a:cubicBezTo>
                    <a:pt x="631" y="13"/>
                    <a:pt x="589" y="1"/>
                    <a:pt x="551" y="1"/>
                  </a:cubicBezTo>
                  <a:cubicBezTo>
                    <a:pt x="512" y="1"/>
                    <a:pt x="476" y="13"/>
                    <a:pt x="453" y="37"/>
                  </a:cubicBezTo>
                  <a:lnTo>
                    <a:pt x="357" y="132"/>
                  </a:lnTo>
                  <a:lnTo>
                    <a:pt x="262" y="37"/>
                  </a:lnTo>
                  <a:cubicBezTo>
                    <a:pt x="238" y="13"/>
                    <a:pt x="202" y="1"/>
                    <a:pt x="164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69" name="Google Shape;369;p32"/>
            <p:cNvSpPr/>
            <p:nvPr/>
          </p:nvSpPr>
          <p:spPr>
            <a:xfrm>
              <a:off x="4935899" y="2304106"/>
              <a:ext cx="24086" cy="16856"/>
            </a:xfrm>
            <a:custGeom>
              <a:rect b="b" l="l" r="r" t="t"/>
              <a:pathLst>
                <a:path extrusionOk="0" h="490" w="716">
                  <a:moveTo>
                    <a:pt x="168" y="1"/>
                  </a:moveTo>
                  <a:cubicBezTo>
                    <a:pt x="132" y="1"/>
                    <a:pt x="96" y="13"/>
                    <a:pt x="72" y="37"/>
                  </a:cubicBezTo>
                  <a:cubicBezTo>
                    <a:pt x="1" y="84"/>
                    <a:pt x="1" y="179"/>
                    <a:pt x="72" y="251"/>
                  </a:cubicBezTo>
                  <a:lnTo>
                    <a:pt x="263" y="441"/>
                  </a:lnTo>
                  <a:cubicBezTo>
                    <a:pt x="287" y="465"/>
                    <a:pt x="310" y="489"/>
                    <a:pt x="358" y="489"/>
                  </a:cubicBezTo>
                  <a:cubicBezTo>
                    <a:pt x="406" y="489"/>
                    <a:pt x="429" y="465"/>
                    <a:pt x="453" y="441"/>
                  </a:cubicBezTo>
                  <a:lnTo>
                    <a:pt x="668" y="251"/>
                  </a:lnTo>
                  <a:cubicBezTo>
                    <a:pt x="715" y="179"/>
                    <a:pt x="715" y="84"/>
                    <a:pt x="668" y="37"/>
                  </a:cubicBezTo>
                  <a:cubicBezTo>
                    <a:pt x="632" y="13"/>
                    <a:pt x="590" y="1"/>
                    <a:pt x="552" y="1"/>
                  </a:cubicBezTo>
                  <a:cubicBezTo>
                    <a:pt x="513" y="1"/>
                    <a:pt x="477" y="13"/>
                    <a:pt x="453" y="37"/>
                  </a:cubicBezTo>
                  <a:lnTo>
                    <a:pt x="358" y="132"/>
                  </a:lnTo>
                  <a:lnTo>
                    <a:pt x="263" y="37"/>
                  </a:lnTo>
                  <a:cubicBezTo>
                    <a:pt x="239" y="13"/>
                    <a:pt x="203" y="1"/>
                    <a:pt x="16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370" name="Google Shape;370;p32"/>
          <p:cNvSpPr/>
          <p:nvPr/>
        </p:nvSpPr>
        <p:spPr>
          <a:xfrm>
            <a:off x="5340096" y="1396603"/>
            <a:ext cx="1504594" cy="1401168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chemeClr val="accent1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1" name="Google Shape;371;p32"/>
          <p:cNvSpPr txBox="1"/>
          <p:nvPr>
            <p:ph type="title"/>
          </p:nvPr>
        </p:nvSpPr>
        <p:spPr>
          <a:xfrm>
            <a:off x="525817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96"/>
              <a:buFont typeface="Montserrat"/>
              <a:buNone/>
            </a:pPr>
            <a:r>
              <a:rPr b="1" lang="ru-RU" sz="1997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rPr>
              <a:t>ПРОБЛЕМА</a:t>
            </a:r>
            <a:endParaRPr/>
          </a:p>
        </p:txBody>
      </p:sp>
      <p:pic>
        <p:nvPicPr>
          <p:cNvPr descr="image.png" id="372" name="Google Shape;372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5989320"/>
            <a:ext cx="1038885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3"/>
          <p:cNvSpPr/>
          <p:nvPr/>
        </p:nvSpPr>
        <p:spPr>
          <a:xfrm>
            <a:off x="2255520" y="2926080"/>
            <a:ext cx="7680960" cy="2651760"/>
          </a:xfrm>
          <a:prstGeom prst="roundRect">
            <a:avLst>
              <a:gd fmla="val 515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8" name="Google Shape;378;p33"/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fmla="val 1870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9" name="Google Shape;379;p33"/>
          <p:cNvSpPr/>
          <p:nvPr/>
        </p:nvSpPr>
        <p:spPr>
          <a:xfrm>
            <a:off x="5340096" y="1366572"/>
            <a:ext cx="1504594" cy="1401168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chemeClr val="accent1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0" name="Google Shape;380;p33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>
                <a:solidFill>
                  <a:schemeClr val="accent5"/>
                </a:solidFill>
              </a:rPr>
              <a:t>‹#›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381" name="Google Shape;381;p33"/>
          <p:cNvSpPr/>
          <p:nvPr>
            <p:ph idx="1" type="body"/>
          </p:nvPr>
        </p:nvSpPr>
        <p:spPr>
          <a:xfrm>
            <a:off x="2712720" y="2926080"/>
            <a:ext cx="6766560" cy="265176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500"/>
              <a:buNone/>
            </a:pPr>
            <a:r>
              <a:rPr b="1" lang="ru-RU" sz="3200">
                <a:solidFill>
                  <a:srgbClr val="2E124A"/>
                </a:solidFill>
              </a:rPr>
              <a:t>Тренажёр вместо живых вызовов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ctr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SzPts val="1400"/>
              <a:buNone/>
            </a:pPr>
            <a:r>
              <a:rPr b="0" lang="ru-RU" sz="1700">
                <a:solidFill>
                  <a:srgbClr val="2E124A"/>
                </a:solidFill>
              </a:rPr>
              <a:t>Учись сколько нужно, без риска. Точная копия рабочего места, реальные вызовы не трогаем.</a:t>
            </a:r>
            <a:endParaRPr/>
          </a:p>
        </p:txBody>
      </p:sp>
      <p:grpSp>
        <p:nvGrpSpPr>
          <p:cNvPr id="382" name="Google Shape;382;p33"/>
          <p:cNvGrpSpPr/>
          <p:nvPr/>
        </p:nvGrpSpPr>
        <p:grpSpPr>
          <a:xfrm>
            <a:off x="5698165" y="1753233"/>
            <a:ext cx="738531" cy="687909"/>
            <a:chOff x="3385734" y="2233242"/>
            <a:chExt cx="340504" cy="319542"/>
          </a:xfrm>
        </p:grpSpPr>
        <p:sp>
          <p:nvSpPr>
            <p:cNvPr id="383" name="Google Shape;383;p33"/>
            <p:cNvSpPr/>
            <p:nvPr/>
          </p:nvSpPr>
          <p:spPr>
            <a:xfrm>
              <a:off x="3385734" y="2233242"/>
              <a:ext cx="340504" cy="319542"/>
            </a:xfrm>
            <a:custGeom>
              <a:rect b="b" l="l" r="r" t="t"/>
              <a:pathLst>
                <a:path extrusionOk="0" h="9289" w="10122">
                  <a:moveTo>
                    <a:pt x="9574" y="310"/>
                  </a:moveTo>
                  <a:cubicBezTo>
                    <a:pt x="9717" y="310"/>
                    <a:pt x="9812" y="406"/>
                    <a:pt x="9812" y="549"/>
                  </a:cubicBezTo>
                  <a:lnTo>
                    <a:pt x="9812" y="5669"/>
                  </a:lnTo>
                  <a:lnTo>
                    <a:pt x="8622" y="5669"/>
                  </a:lnTo>
                  <a:cubicBezTo>
                    <a:pt x="8550" y="5669"/>
                    <a:pt x="8479" y="5740"/>
                    <a:pt x="8479" y="5812"/>
                  </a:cubicBezTo>
                  <a:cubicBezTo>
                    <a:pt x="8479" y="5907"/>
                    <a:pt x="8550" y="5978"/>
                    <a:pt x="8622" y="5978"/>
                  </a:cubicBezTo>
                  <a:lnTo>
                    <a:pt x="9812" y="5978"/>
                  </a:lnTo>
                  <a:lnTo>
                    <a:pt x="9812" y="6455"/>
                  </a:lnTo>
                  <a:cubicBezTo>
                    <a:pt x="9812" y="6597"/>
                    <a:pt x="9717" y="6717"/>
                    <a:pt x="9574" y="6717"/>
                  </a:cubicBezTo>
                  <a:lnTo>
                    <a:pt x="549" y="6717"/>
                  </a:lnTo>
                  <a:cubicBezTo>
                    <a:pt x="406" y="6717"/>
                    <a:pt x="287" y="6597"/>
                    <a:pt x="287" y="6455"/>
                  </a:cubicBezTo>
                  <a:lnTo>
                    <a:pt x="287" y="5978"/>
                  </a:lnTo>
                  <a:lnTo>
                    <a:pt x="7979" y="5978"/>
                  </a:lnTo>
                  <a:cubicBezTo>
                    <a:pt x="8050" y="5978"/>
                    <a:pt x="8122" y="5907"/>
                    <a:pt x="8122" y="5812"/>
                  </a:cubicBezTo>
                  <a:cubicBezTo>
                    <a:pt x="8122" y="5740"/>
                    <a:pt x="8050" y="5669"/>
                    <a:pt x="7979" y="5669"/>
                  </a:cubicBezTo>
                  <a:lnTo>
                    <a:pt x="6216" y="5669"/>
                  </a:lnTo>
                  <a:lnTo>
                    <a:pt x="6216" y="310"/>
                  </a:lnTo>
                  <a:close/>
                  <a:moveTo>
                    <a:pt x="5335" y="7002"/>
                  </a:moveTo>
                  <a:lnTo>
                    <a:pt x="5335" y="7193"/>
                  </a:lnTo>
                  <a:cubicBezTo>
                    <a:pt x="5335" y="7360"/>
                    <a:pt x="5216" y="7479"/>
                    <a:pt x="5049" y="7479"/>
                  </a:cubicBezTo>
                  <a:cubicBezTo>
                    <a:pt x="4907" y="7479"/>
                    <a:pt x="4764" y="7360"/>
                    <a:pt x="4764" y="7193"/>
                  </a:cubicBezTo>
                  <a:lnTo>
                    <a:pt x="4764" y="7002"/>
                  </a:lnTo>
                  <a:close/>
                  <a:moveTo>
                    <a:pt x="6073" y="7002"/>
                  </a:moveTo>
                  <a:lnTo>
                    <a:pt x="6169" y="8241"/>
                  </a:lnTo>
                  <a:lnTo>
                    <a:pt x="3954" y="8241"/>
                  </a:lnTo>
                  <a:lnTo>
                    <a:pt x="4049" y="7002"/>
                  </a:lnTo>
                  <a:lnTo>
                    <a:pt x="4478" y="7002"/>
                  </a:lnTo>
                  <a:lnTo>
                    <a:pt x="4478" y="7193"/>
                  </a:lnTo>
                  <a:cubicBezTo>
                    <a:pt x="4478" y="7526"/>
                    <a:pt x="4740" y="7788"/>
                    <a:pt x="5049" y="7788"/>
                  </a:cubicBezTo>
                  <a:cubicBezTo>
                    <a:pt x="5383" y="7788"/>
                    <a:pt x="5645" y="7526"/>
                    <a:pt x="5645" y="7193"/>
                  </a:cubicBezTo>
                  <a:lnTo>
                    <a:pt x="5645" y="7002"/>
                  </a:lnTo>
                  <a:close/>
                  <a:moveTo>
                    <a:pt x="6859" y="8526"/>
                  </a:moveTo>
                  <a:cubicBezTo>
                    <a:pt x="6883" y="8526"/>
                    <a:pt x="6907" y="8550"/>
                    <a:pt x="6907" y="8574"/>
                  </a:cubicBezTo>
                  <a:lnTo>
                    <a:pt x="6907" y="8955"/>
                  </a:lnTo>
                  <a:cubicBezTo>
                    <a:pt x="6907" y="8979"/>
                    <a:pt x="6883" y="9003"/>
                    <a:pt x="6859" y="9003"/>
                  </a:cubicBezTo>
                  <a:lnTo>
                    <a:pt x="3263" y="9003"/>
                  </a:lnTo>
                  <a:cubicBezTo>
                    <a:pt x="3240" y="9003"/>
                    <a:pt x="3216" y="8979"/>
                    <a:pt x="3216" y="8955"/>
                  </a:cubicBezTo>
                  <a:lnTo>
                    <a:pt x="3216" y="8574"/>
                  </a:lnTo>
                  <a:cubicBezTo>
                    <a:pt x="3216" y="8550"/>
                    <a:pt x="3240" y="8526"/>
                    <a:pt x="3263" y="8526"/>
                  </a:cubicBezTo>
                  <a:close/>
                  <a:moveTo>
                    <a:pt x="549" y="1"/>
                  </a:moveTo>
                  <a:cubicBezTo>
                    <a:pt x="239" y="1"/>
                    <a:pt x="1" y="239"/>
                    <a:pt x="1" y="549"/>
                  </a:cubicBezTo>
                  <a:lnTo>
                    <a:pt x="1" y="1477"/>
                  </a:lnTo>
                  <a:cubicBezTo>
                    <a:pt x="1" y="1573"/>
                    <a:pt x="72" y="1644"/>
                    <a:pt x="144" y="1644"/>
                  </a:cubicBezTo>
                  <a:cubicBezTo>
                    <a:pt x="215" y="1644"/>
                    <a:pt x="287" y="1573"/>
                    <a:pt x="287" y="1477"/>
                  </a:cubicBezTo>
                  <a:lnTo>
                    <a:pt x="287" y="549"/>
                  </a:lnTo>
                  <a:cubicBezTo>
                    <a:pt x="287" y="406"/>
                    <a:pt x="406" y="310"/>
                    <a:pt x="549" y="310"/>
                  </a:cubicBezTo>
                  <a:lnTo>
                    <a:pt x="5907" y="310"/>
                  </a:lnTo>
                  <a:lnTo>
                    <a:pt x="5907" y="5669"/>
                  </a:lnTo>
                  <a:lnTo>
                    <a:pt x="287" y="5669"/>
                  </a:lnTo>
                  <a:lnTo>
                    <a:pt x="287" y="2144"/>
                  </a:lnTo>
                  <a:cubicBezTo>
                    <a:pt x="287" y="2049"/>
                    <a:pt x="239" y="2001"/>
                    <a:pt x="144" y="2001"/>
                  </a:cubicBezTo>
                  <a:cubicBezTo>
                    <a:pt x="72" y="2001"/>
                    <a:pt x="1" y="2049"/>
                    <a:pt x="1" y="2144"/>
                  </a:cubicBezTo>
                  <a:lnTo>
                    <a:pt x="1" y="6455"/>
                  </a:lnTo>
                  <a:cubicBezTo>
                    <a:pt x="1" y="6764"/>
                    <a:pt x="239" y="7002"/>
                    <a:pt x="549" y="7002"/>
                  </a:cubicBezTo>
                  <a:lnTo>
                    <a:pt x="3763" y="7002"/>
                  </a:lnTo>
                  <a:lnTo>
                    <a:pt x="3644" y="8241"/>
                  </a:lnTo>
                  <a:lnTo>
                    <a:pt x="3263" y="8241"/>
                  </a:lnTo>
                  <a:cubicBezTo>
                    <a:pt x="3073" y="8241"/>
                    <a:pt x="2930" y="8384"/>
                    <a:pt x="2930" y="8574"/>
                  </a:cubicBezTo>
                  <a:lnTo>
                    <a:pt x="2930" y="8955"/>
                  </a:lnTo>
                  <a:cubicBezTo>
                    <a:pt x="2930" y="9146"/>
                    <a:pt x="3073" y="9288"/>
                    <a:pt x="3263" y="9288"/>
                  </a:cubicBezTo>
                  <a:lnTo>
                    <a:pt x="6859" y="9288"/>
                  </a:lnTo>
                  <a:cubicBezTo>
                    <a:pt x="7050" y="9288"/>
                    <a:pt x="7193" y="9146"/>
                    <a:pt x="7193" y="8955"/>
                  </a:cubicBezTo>
                  <a:lnTo>
                    <a:pt x="7193" y="8574"/>
                  </a:lnTo>
                  <a:cubicBezTo>
                    <a:pt x="7193" y="8384"/>
                    <a:pt x="7050" y="8241"/>
                    <a:pt x="6859" y="8241"/>
                  </a:cubicBezTo>
                  <a:lnTo>
                    <a:pt x="6478" y="8241"/>
                  </a:lnTo>
                  <a:lnTo>
                    <a:pt x="6359" y="7002"/>
                  </a:lnTo>
                  <a:lnTo>
                    <a:pt x="9574" y="7002"/>
                  </a:lnTo>
                  <a:cubicBezTo>
                    <a:pt x="9860" y="7002"/>
                    <a:pt x="10122" y="6764"/>
                    <a:pt x="10122" y="6455"/>
                  </a:cubicBezTo>
                  <a:lnTo>
                    <a:pt x="10122" y="549"/>
                  </a:lnTo>
                  <a:cubicBezTo>
                    <a:pt x="10122" y="239"/>
                    <a:pt x="9884" y="1"/>
                    <a:pt x="9574" y="1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84" name="Google Shape;384;p33"/>
            <p:cNvSpPr/>
            <p:nvPr/>
          </p:nvSpPr>
          <p:spPr>
            <a:xfrm>
              <a:off x="3420989" y="2296022"/>
              <a:ext cx="143441" cy="113382"/>
            </a:xfrm>
            <a:custGeom>
              <a:rect b="b" l="l" r="r" t="t"/>
              <a:pathLst>
                <a:path extrusionOk="0" h="3296" w="4264">
                  <a:moveTo>
                    <a:pt x="3897" y="0"/>
                  </a:moveTo>
                  <a:cubicBezTo>
                    <a:pt x="3848" y="0"/>
                    <a:pt x="3805" y="22"/>
                    <a:pt x="3787" y="57"/>
                  </a:cubicBezTo>
                  <a:lnTo>
                    <a:pt x="2835" y="1176"/>
                  </a:lnTo>
                  <a:lnTo>
                    <a:pt x="2596" y="986"/>
                  </a:lnTo>
                  <a:cubicBezTo>
                    <a:pt x="2573" y="962"/>
                    <a:pt x="2537" y="950"/>
                    <a:pt x="2501" y="950"/>
                  </a:cubicBezTo>
                  <a:cubicBezTo>
                    <a:pt x="2465" y="950"/>
                    <a:pt x="2430" y="962"/>
                    <a:pt x="2406" y="986"/>
                  </a:cubicBezTo>
                  <a:lnTo>
                    <a:pt x="1811" y="1629"/>
                  </a:lnTo>
                  <a:lnTo>
                    <a:pt x="1096" y="1367"/>
                  </a:lnTo>
                  <a:cubicBezTo>
                    <a:pt x="1084" y="1355"/>
                    <a:pt x="1066" y="1349"/>
                    <a:pt x="1045" y="1349"/>
                  </a:cubicBezTo>
                  <a:cubicBezTo>
                    <a:pt x="1025" y="1349"/>
                    <a:pt x="1001" y="1355"/>
                    <a:pt x="977" y="1367"/>
                  </a:cubicBezTo>
                  <a:lnTo>
                    <a:pt x="286" y="1772"/>
                  </a:lnTo>
                  <a:lnTo>
                    <a:pt x="286" y="462"/>
                  </a:lnTo>
                  <a:cubicBezTo>
                    <a:pt x="286" y="391"/>
                    <a:pt x="239" y="319"/>
                    <a:pt x="144" y="319"/>
                  </a:cubicBezTo>
                  <a:cubicBezTo>
                    <a:pt x="72" y="319"/>
                    <a:pt x="1" y="391"/>
                    <a:pt x="1" y="462"/>
                  </a:cubicBezTo>
                  <a:lnTo>
                    <a:pt x="1" y="3153"/>
                  </a:lnTo>
                  <a:cubicBezTo>
                    <a:pt x="1" y="3225"/>
                    <a:pt x="72" y="3296"/>
                    <a:pt x="144" y="3296"/>
                  </a:cubicBezTo>
                  <a:lnTo>
                    <a:pt x="4121" y="3296"/>
                  </a:lnTo>
                  <a:cubicBezTo>
                    <a:pt x="4192" y="3296"/>
                    <a:pt x="4263" y="3225"/>
                    <a:pt x="4263" y="3153"/>
                  </a:cubicBezTo>
                  <a:cubicBezTo>
                    <a:pt x="4263" y="3082"/>
                    <a:pt x="4216" y="3010"/>
                    <a:pt x="4121" y="3010"/>
                  </a:cubicBezTo>
                  <a:lnTo>
                    <a:pt x="4049" y="3010"/>
                  </a:lnTo>
                  <a:lnTo>
                    <a:pt x="4049" y="2200"/>
                  </a:lnTo>
                  <a:cubicBezTo>
                    <a:pt x="4049" y="2105"/>
                    <a:pt x="3978" y="2034"/>
                    <a:pt x="3906" y="2034"/>
                  </a:cubicBezTo>
                  <a:cubicBezTo>
                    <a:pt x="3811" y="2034"/>
                    <a:pt x="3739" y="2105"/>
                    <a:pt x="3739" y="2200"/>
                  </a:cubicBezTo>
                  <a:lnTo>
                    <a:pt x="3739" y="3010"/>
                  </a:lnTo>
                  <a:lnTo>
                    <a:pt x="3382" y="3010"/>
                  </a:lnTo>
                  <a:lnTo>
                    <a:pt x="3382" y="2891"/>
                  </a:lnTo>
                  <a:cubicBezTo>
                    <a:pt x="3382" y="2820"/>
                    <a:pt x="3311" y="2748"/>
                    <a:pt x="3239" y="2748"/>
                  </a:cubicBezTo>
                  <a:cubicBezTo>
                    <a:pt x="3144" y="2748"/>
                    <a:pt x="3073" y="2796"/>
                    <a:pt x="3073" y="2891"/>
                  </a:cubicBezTo>
                  <a:lnTo>
                    <a:pt x="3073" y="3010"/>
                  </a:lnTo>
                  <a:lnTo>
                    <a:pt x="2573" y="3010"/>
                  </a:lnTo>
                  <a:lnTo>
                    <a:pt x="2573" y="2891"/>
                  </a:lnTo>
                  <a:cubicBezTo>
                    <a:pt x="2573" y="2820"/>
                    <a:pt x="2525" y="2748"/>
                    <a:pt x="2430" y="2748"/>
                  </a:cubicBezTo>
                  <a:cubicBezTo>
                    <a:pt x="2358" y="2748"/>
                    <a:pt x="2287" y="2796"/>
                    <a:pt x="2287" y="2891"/>
                  </a:cubicBezTo>
                  <a:lnTo>
                    <a:pt x="2287" y="3010"/>
                  </a:lnTo>
                  <a:lnTo>
                    <a:pt x="1787" y="3010"/>
                  </a:lnTo>
                  <a:lnTo>
                    <a:pt x="1787" y="2891"/>
                  </a:lnTo>
                  <a:cubicBezTo>
                    <a:pt x="1787" y="2820"/>
                    <a:pt x="1715" y="2748"/>
                    <a:pt x="1644" y="2748"/>
                  </a:cubicBezTo>
                  <a:cubicBezTo>
                    <a:pt x="1549" y="2748"/>
                    <a:pt x="1501" y="2796"/>
                    <a:pt x="1501" y="2891"/>
                  </a:cubicBezTo>
                  <a:lnTo>
                    <a:pt x="1501" y="3010"/>
                  </a:lnTo>
                  <a:lnTo>
                    <a:pt x="1001" y="3010"/>
                  </a:lnTo>
                  <a:lnTo>
                    <a:pt x="1001" y="2891"/>
                  </a:lnTo>
                  <a:cubicBezTo>
                    <a:pt x="1001" y="2820"/>
                    <a:pt x="929" y="2748"/>
                    <a:pt x="834" y="2748"/>
                  </a:cubicBezTo>
                  <a:cubicBezTo>
                    <a:pt x="763" y="2748"/>
                    <a:pt x="691" y="2796"/>
                    <a:pt x="691" y="2891"/>
                  </a:cubicBezTo>
                  <a:lnTo>
                    <a:pt x="691" y="3010"/>
                  </a:lnTo>
                  <a:lnTo>
                    <a:pt x="286" y="3010"/>
                  </a:lnTo>
                  <a:lnTo>
                    <a:pt x="286" y="2105"/>
                  </a:lnTo>
                  <a:lnTo>
                    <a:pt x="1048" y="1653"/>
                  </a:lnTo>
                  <a:lnTo>
                    <a:pt x="1811" y="1962"/>
                  </a:lnTo>
                  <a:cubicBezTo>
                    <a:pt x="1823" y="1969"/>
                    <a:pt x="1838" y="1972"/>
                    <a:pt x="1853" y="1972"/>
                  </a:cubicBezTo>
                  <a:cubicBezTo>
                    <a:pt x="1893" y="1972"/>
                    <a:pt x="1936" y="1950"/>
                    <a:pt x="1953" y="1915"/>
                  </a:cubicBezTo>
                  <a:lnTo>
                    <a:pt x="2525" y="1296"/>
                  </a:lnTo>
                  <a:lnTo>
                    <a:pt x="2763" y="1486"/>
                  </a:lnTo>
                  <a:cubicBezTo>
                    <a:pt x="2795" y="1518"/>
                    <a:pt x="2828" y="1531"/>
                    <a:pt x="2860" y="1531"/>
                  </a:cubicBezTo>
                  <a:cubicBezTo>
                    <a:pt x="2899" y="1531"/>
                    <a:pt x="2938" y="1512"/>
                    <a:pt x="2977" y="1486"/>
                  </a:cubicBezTo>
                  <a:lnTo>
                    <a:pt x="3739" y="557"/>
                  </a:lnTo>
                  <a:lnTo>
                    <a:pt x="3739" y="1534"/>
                  </a:lnTo>
                  <a:cubicBezTo>
                    <a:pt x="3739" y="1629"/>
                    <a:pt x="3811" y="1677"/>
                    <a:pt x="3882" y="1677"/>
                  </a:cubicBezTo>
                  <a:cubicBezTo>
                    <a:pt x="3978" y="1677"/>
                    <a:pt x="4049" y="1629"/>
                    <a:pt x="4049" y="1534"/>
                  </a:cubicBezTo>
                  <a:lnTo>
                    <a:pt x="4049" y="152"/>
                  </a:lnTo>
                  <a:cubicBezTo>
                    <a:pt x="4049" y="81"/>
                    <a:pt x="4001" y="33"/>
                    <a:pt x="3954" y="10"/>
                  </a:cubicBezTo>
                  <a:cubicBezTo>
                    <a:pt x="3935" y="3"/>
                    <a:pt x="3916" y="0"/>
                    <a:pt x="389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85" name="Google Shape;385;p33"/>
            <p:cNvSpPr/>
            <p:nvPr/>
          </p:nvSpPr>
          <p:spPr>
            <a:xfrm>
              <a:off x="3451433" y="2319276"/>
              <a:ext cx="9655" cy="13966"/>
            </a:xfrm>
            <a:custGeom>
              <a:rect b="b" l="l" r="r" t="t"/>
              <a:pathLst>
                <a:path extrusionOk="0" h="406" w="287">
                  <a:moveTo>
                    <a:pt x="143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262"/>
                  </a:lnTo>
                  <a:cubicBezTo>
                    <a:pt x="1" y="358"/>
                    <a:pt x="72" y="405"/>
                    <a:pt x="143" y="405"/>
                  </a:cubicBezTo>
                  <a:cubicBezTo>
                    <a:pt x="239" y="405"/>
                    <a:pt x="286" y="358"/>
                    <a:pt x="286" y="262"/>
                  </a:cubicBezTo>
                  <a:lnTo>
                    <a:pt x="286" y="167"/>
                  </a:lnTo>
                  <a:cubicBezTo>
                    <a:pt x="286" y="72"/>
                    <a:pt x="239" y="0"/>
                    <a:pt x="14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86" name="Google Shape;386;p33"/>
            <p:cNvSpPr/>
            <p:nvPr/>
          </p:nvSpPr>
          <p:spPr>
            <a:xfrm>
              <a:off x="3500312" y="2305344"/>
              <a:ext cx="10428" cy="13966"/>
            </a:xfrm>
            <a:custGeom>
              <a:rect b="b" l="l" r="r" t="t"/>
              <a:pathLst>
                <a:path extrusionOk="0" h="406" w="31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lnTo>
                    <a:pt x="0" y="262"/>
                  </a:lnTo>
                  <a:cubicBezTo>
                    <a:pt x="0" y="334"/>
                    <a:pt x="72" y="405"/>
                    <a:pt x="143" y="405"/>
                  </a:cubicBezTo>
                  <a:cubicBezTo>
                    <a:pt x="238" y="405"/>
                    <a:pt x="310" y="334"/>
                    <a:pt x="310" y="262"/>
                  </a:cubicBezTo>
                  <a:lnTo>
                    <a:pt x="310" y="143"/>
                  </a:lnTo>
                  <a:cubicBezTo>
                    <a:pt x="310" y="72"/>
                    <a:pt x="238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87" name="Google Shape;387;p33"/>
            <p:cNvSpPr/>
            <p:nvPr/>
          </p:nvSpPr>
          <p:spPr>
            <a:xfrm>
              <a:off x="3546769" y="2275038"/>
              <a:ext cx="10462" cy="13966"/>
            </a:xfrm>
            <a:custGeom>
              <a:rect b="b" l="l" r="r" t="t"/>
              <a:pathLst>
                <a:path extrusionOk="0" h="406" w="311">
                  <a:moveTo>
                    <a:pt x="167" y="0"/>
                  </a:moveTo>
                  <a:cubicBezTo>
                    <a:pt x="72" y="0"/>
                    <a:pt x="0" y="48"/>
                    <a:pt x="0" y="143"/>
                  </a:cubicBezTo>
                  <a:lnTo>
                    <a:pt x="0" y="239"/>
                  </a:lnTo>
                  <a:cubicBezTo>
                    <a:pt x="0" y="334"/>
                    <a:pt x="72" y="405"/>
                    <a:pt x="167" y="405"/>
                  </a:cubicBezTo>
                  <a:cubicBezTo>
                    <a:pt x="239" y="405"/>
                    <a:pt x="310" y="334"/>
                    <a:pt x="310" y="239"/>
                  </a:cubicBezTo>
                  <a:lnTo>
                    <a:pt x="310" y="143"/>
                  </a:lnTo>
                  <a:cubicBezTo>
                    <a:pt x="310" y="48"/>
                    <a:pt x="239" y="0"/>
                    <a:pt x="16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88" name="Google Shape;388;p33"/>
            <p:cNvSpPr/>
            <p:nvPr/>
          </p:nvSpPr>
          <p:spPr>
            <a:xfrm>
              <a:off x="3420989" y="2260280"/>
              <a:ext cx="27282" cy="9873"/>
            </a:xfrm>
            <a:custGeom>
              <a:rect b="b" l="l" r="r" t="t"/>
              <a:pathLst>
                <a:path extrusionOk="0" h="287" w="811">
                  <a:moveTo>
                    <a:pt x="144" y="1"/>
                  </a:moveTo>
                  <a:cubicBezTo>
                    <a:pt x="72" y="1"/>
                    <a:pt x="1" y="72"/>
                    <a:pt x="1" y="144"/>
                  </a:cubicBezTo>
                  <a:cubicBezTo>
                    <a:pt x="1" y="239"/>
                    <a:pt x="72" y="287"/>
                    <a:pt x="144" y="287"/>
                  </a:cubicBezTo>
                  <a:lnTo>
                    <a:pt x="667" y="287"/>
                  </a:lnTo>
                  <a:cubicBezTo>
                    <a:pt x="739" y="287"/>
                    <a:pt x="810" y="239"/>
                    <a:pt x="810" y="144"/>
                  </a:cubicBezTo>
                  <a:cubicBezTo>
                    <a:pt x="810" y="72"/>
                    <a:pt x="739" y="1"/>
                    <a:pt x="6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89" name="Google Shape;389;p33"/>
            <p:cNvSpPr/>
            <p:nvPr/>
          </p:nvSpPr>
          <p:spPr>
            <a:xfrm>
              <a:off x="3420989" y="2279131"/>
              <a:ext cx="47298" cy="10698"/>
            </a:xfrm>
            <a:custGeom>
              <a:rect b="b" l="l" r="r" t="t"/>
              <a:pathLst>
                <a:path extrusionOk="0" h="311" w="1406">
                  <a:moveTo>
                    <a:pt x="144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9"/>
                    <a:pt x="72" y="310"/>
                    <a:pt x="144" y="310"/>
                  </a:cubicBezTo>
                  <a:lnTo>
                    <a:pt x="1239" y="310"/>
                  </a:lnTo>
                  <a:cubicBezTo>
                    <a:pt x="1334" y="310"/>
                    <a:pt x="1406" y="239"/>
                    <a:pt x="1406" y="143"/>
                  </a:cubicBezTo>
                  <a:cubicBezTo>
                    <a:pt x="1406" y="72"/>
                    <a:pt x="1334" y="0"/>
                    <a:pt x="123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90" name="Google Shape;390;p33"/>
            <p:cNvSpPr/>
            <p:nvPr/>
          </p:nvSpPr>
          <p:spPr>
            <a:xfrm>
              <a:off x="3640490" y="2276689"/>
              <a:ext cx="31285" cy="54077"/>
            </a:xfrm>
            <a:custGeom>
              <a:rect b="b" l="l" r="r" t="t"/>
              <a:pathLst>
                <a:path extrusionOk="0" h="1572" w="930">
                  <a:moveTo>
                    <a:pt x="453" y="0"/>
                  </a:moveTo>
                  <a:cubicBezTo>
                    <a:pt x="382" y="0"/>
                    <a:pt x="310" y="48"/>
                    <a:pt x="310" y="143"/>
                  </a:cubicBezTo>
                  <a:lnTo>
                    <a:pt x="310" y="167"/>
                  </a:lnTo>
                  <a:cubicBezTo>
                    <a:pt x="144" y="214"/>
                    <a:pt x="1" y="357"/>
                    <a:pt x="1" y="548"/>
                  </a:cubicBezTo>
                  <a:cubicBezTo>
                    <a:pt x="1" y="762"/>
                    <a:pt x="167" y="929"/>
                    <a:pt x="382" y="929"/>
                  </a:cubicBezTo>
                  <a:lnTo>
                    <a:pt x="525" y="929"/>
                  </a:lnTo>
                  <a:cubicBezTo>
                    <a:pt x="572" y="929"/>
                    <a:pt x="620" y="976"/>
                    <a:pt x="620" y="1024"/>
                  </a:cubicBezTo>
                  <a:cubicBezTo>
                    <a:pt x="620" y="1072"/>
                    <a:pt x="572" y="1119"/>
                    <a:pt x="525" y="1119"/>
                  </a:cubicBezTo>
                  <a:lnTo>
                    <a:pt x="382" y="1119"/>
                  </a:lnTo>
                  <a:cubicBezTo>
                    <a:pt x="358" y="1119"/>
                    <a:pt x="310" y="1095"/>
                    <a:pt x="310" y="1048"/>
                  </a:cubicBezTo>
                  <a:cubicBezTo>
                    <a:pt x="293" y="994"/>
                    <a:pt x="234" y="967"/>
                    <a:pt x="176" y="967"/>
                  </a:cubicBezTo>
                  <a:cubicBezTo>
                    <a:pt x="157" y="967"/>
                    <a:pt x="138" y="970"/>
                    <a:pt x="120" y="976"/>
                  </a:cubicBezTo>
                  <a:cubicBezTo>
                    <a:pt x="48" y="1024"/>
                    <a:pt x="1" y="1095"/>
                    <a:pt x="48" y="1167"/>
                  </a:cubicBezTo>
                  <a:cubicBezTo>
                    <a:pt x="96" y="1286"/>
                    <a:pt x="191" y="1381"/>
                    <a:pt x="310" y="1405"/>
                  </a:cubicBezTo>
                  <a:cubicBezTo>
                    <a:pt x="310" y="1500"/>
                    <a:pt x="382" y="1572"/>
                    <a:pt x="453" y="1572"/>
                  </a:cubicBezTo>
                  <a:cubicBezTo>
                    <a:pt x="549" y="1572"/>
                    <a:pt x="620" y="1500"/>
                    <a:pt x="620" y="1405"/>
                  </a:cubicBezTo>
                  <a:cubicBezTo>
                    <a:pt x="787" y="1357"/>
                    <a:pt x="930" y="1215"/>
                    <a:pt x="930" y="1024"/>
                  </a:cubicBezTo>
                  <a:cubicBezTo>
                    <a:pt x="930" y="810"/>
                    <a:pt x="739" y="643"/>
                    <a:pt x="525" y="643"/>
                  </a:cubicBezTo>
                  <a:lnTo>
                    <a:pt x="382" y="643"/>
                  </a:lnTo>
                  <a:cubicBezTo>
                    <a:pt x="334" y="643"/>
                    <a:pt x="310" y="595"/>
                    <a:pt x="310" y="548"/>
                  </a:cubicBezTo>
                  <a:cubicBezTo>
                    <a:pt x="310" y="500"/>
                    <a:pt x="334" y="453"/>
                    <a:pt x="382" y="453"/>
                  </a:cubicBezTo>
                  <a:lnTo>
                    <a:pt x="525" y="453"/>
                  </a:lnTo>
                  <a:cubicBezTo>
                    <a:pt x="572" y="453"/>
                    <a:pt x="596" y="476"/>
                    <a:pt x="620" y="500"/>
                  </a:cubicBezTo>
                  <a:cubicBezTo>
                    <a:pt x="635" y="546"/>
                    <a:pt x="681" y="573"/>
                    <a:pt x="730" y="573"/>
                  </a:cubicBezTo>
                  <a:cubicBezTo>
                    <a:pt x="757" y="573"/>
                    <a:pt x="785" y="565"/>
                    <a:pt x="810" y="548"/>
                  </a:cubicBezTo>
                  <a:cubicBezTo>
                    <a:pt x="882" y="500"/>
                    <a:pt x="906" y="405"/>
                    <a:pt x="858" y="333"/>
                  </a:cubicBezTo>
                  <a:cubicBezTo>
                    <a:pt x="787" y="238"/>
                    <a:pt x="715" y="191"/>
                    <a:pt x="620" y="167"/>
                  </a:cubicBezTo>
                  <a:lnTo>
                    <a:pt x="620" y="143"/>
                  </a:lnTo>
                  <a:cubicBezTo>
                    <a:pt x="620" y="48"/>
                    <a:pt x="549" y="0"/>
                    <a:pt x="45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91" name="Google Shape;391;p33"/>
            <p:cNvSpPr/>
            <p:nvPr/>
          </p:nvSpPr>
          <p:spPr>
            <a:xfrm>
              <a:off x="3614049" y="2260280"/>
              <a:ext cx="84167" cy="86069"/>
            </a:xfrm>
            <a:custGeom>
              <a:rect b="b" l="l" r="r" t="t"/>
              <a:pathLst>
                <a:path extrusionOk="0" h="2502" w="2502">
                  <a:moveTo>
                    <a:pt x="1239" y="287"/>
                  </a:moveTo>
                  <a:cubicBezTo>
                    <a:pt x="1763" y="287"/>
                    <a:pt x="2216" y="715"/>
                    <a:pt x="2216" y="1263"/>
                  </a:cubicBezTo>
                  <a:cubicBezTo>
                    <a:pt x="2216" y="1787"/>
                    <a:pt x="1787" y="2215"/>
                    <a:pt x="1239" y="2215"/>
                  </a:cubicBezTo>
                  <a:cubicBezTo>
                    <a:pt x="715" y="2215"/>
                    <a:pt x="287" y="1787"/>
                    <a:pt x="287" y="1263"/>
                  </a:cubicBezTo>
                  <a:cubicBezTo>
                    <a:pt x="287" y="715"/>
                    <a:pt x="715" y="287"/>
                    <a:pt x="1239" y="287"/>
                  </a:cubicBezTo>
                  <a:close/>
                  <a:moveTo>
                    <a:pt x="1239" y="1"/>
                  </a:moveTo>
                  <a:cubicBezTo>
                    <a:pt x="549" y="1"/>
                    <a:pt x="1" y="548"/>
                    <a:pt x="1" y="1239"/>
                  </a:cubicBezTo>
                  <a:cubicBezTo>
                    <a:pt x="1" y="1954"/>
                    <a:pt x="549" y="2501"/>
                    <a:pt x="1239" y="2501"/>
                  </a:cubicBezTo>
                  <a:cubicBezTo>
                    <a:pt x="1930" y="2501"/>
                    <a:pt x="2501" y="1954"/>
                    <a:pt x="2501" y="1239"/>
                  </a:cubicBezTo>
                  <a:cubicBezTo>
                    <a:pt x="2501" y="572"/>
                    <a:pt x="1930" y="1"/>
                    <a:pt x="123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92" name="Google Shape;392;p33"/>
            <p:cNvSpPr/>
            <p:nvPr/>
          </p:nvSpPr>
          <p:spPr>
            <a:xfrm>
              <a:off x="3610046" y="2358595"/>
              <a:ext cx="45717" cy="10698"/>
            </a:xfrm>
            <a:custGeom>
              <a:rect b="b" l="l" r="r" t="t"/>
              <a:pathLst>
                <a:path extrusionOk="0" h="311" w="1359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1215" y="310"/>
                  </a:lnTo>
                  <a:cubicBezTo>
                    <a:pt x="1287" y="310"/>
                    <a:pt x="1358" y="239"/>
                    <a:pt x="1358" y="143"/>
                  </a:cubicBezTo>
                  <a:cubicBezTo>
                    <a:pt x="1358" y="72"/>
                    <a:pt x="1311" y="0"/>
                    <a:pt x="1215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93" name="Google Shape;393;p33"/>
            <p:cNvSpPr/>
            <p:nvPr/>
          </p:nvSpPr>
          <p:spPr>
            <a:xfrm>
              <a:off x="3671742" y="2379063"/>
              <a:ext cx="25667" cy="9873"/>
            </a:xfrm>
            <a:custGeom>
              <a:rect b="b" l="l" r="r" t="t"/>
              <a:pathLst>
                <a:path extrusionOk="0" h="287" w="763">
                  <a:moveTo>
                    <a:pt x="143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3" y="287"/>
                  </a:cubicBezTo>
                  <a:lnTo>
                    <a:pt x="596" y="287"/>
                  </a:lnTo>
                  <a:cubicBezTo>
                    <a:pt x="691" y="287"/>
                    <a:pt x="763" y="215"/>
                    <a:pt x="763" y="144"/>
                  </a:cubicBezTo>
                  <a:cubicBezTo>
                    <a:pt x="763" y="72"/>
                    <a:pt x="691" y="1"/>
                    <a:pt x="59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94" name="Google Shape;394;p33"/>
            <p:cNvSpPr/>
            <p:nvPr/>
          </p:nvSpPr>
          <p:spPr>
            <a:xfrm>
              <a:off x="3610046" y="2379063"/>
              <a:ext cx="28897" cy="9873"/>
            </a:xfrm>
            <a:custGeom>
              <a:rect b="b" l="l" r="r" t="t"/>
              <a:pathLst>
                <a:path extrusionOk="0" h="287" w="859">
                  <a:moveTo>
                    <a:pt x="144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4" y="287"/>
                  </a:cubicBezTo>
                  <a:lnTo>
                    <a:pt x="715" y="287"/>
                  </a:lnTo>
                  <a:cubicBezTo>
                    <a:pt x="787" y="287"/>
                    <a:pt x="858" y="215"/>
                    <a:pt x="858" y="144"/>
                  </a:cubicBezTo>
                  <a:cubicBezTo>
                    <a:pt x="858" y="72"/>
                    <a:pt x="811" y="1"/>
                    <a:pt x="7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95" name="Google Shape;395;p33"/>
            <p:cNvSpPr/>
            <p:nvPr/>
          </p:nvSpPr>
          <p:spPr>
            <a:xfrm>
              <a:off x="3646108" y="2379063"/>
              <a:ext cx="19276" cy="9873"/>
            </a:xfrm>
            <a:custGeom>
              <a:rect b="b" l="l" r="r" t="t"/>
              <a:pathLst>
                <a:path extrusionOk="0" h="287" w="573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429" y="287"/>
                  </a:lnTo>
                  <a:cubicBezTo>
                    <a:pt x="501" y="287"/>
                    <a:pt x="572" y="215"/>
                    <a:pt x="572" y="144"/>
                  </a:cubicBezTo>
                  <a:cubicBezTo>
                    <a:pt x="572" y="72"/>
                    <a:pt x="501" y="1"/>
                    <a:pt x="42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96" name="Google Shape;396;p33"/>
            <p:cNvSpPr/>
            <p:nvPr/>
          </p:nvSpPr>
          <p:spPr>
            <a:xfrm>
              <a:off x="3610046" y="2398740"/>
              <a:ext cx="86556" cy="10664"/>
            </a:xfrm>
            <a:custGeom>
              <a:rect b="b" l="l" r="r" t="t"/>
              <a:pathLst>
                <a:path extrusionOk="0" h="310" w="2573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2430" y="310"/>
                  </a:lnTo>
                  <a:cubicBezTo>
                    <a:pt x="2525" y="310"/>
                    <a:pt x="2573" y="239"/>
                    <a:pt x="2573" y="143"/>
                  </a:cubicBezTo>
                  <a:cubicBezTo>
                    <a:pt x="2573" y="72"/>
                    <a:pt x="2525" y="0"/>
                    <a:pt x="2430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397" name="Google Shape;397;p33"/>
          <p:cNvSpPr txBox="1"/>
          <p:nvPr>
            <p:ph type="title"/>
          </p:nvPr>
        </p:nvSpPr>
        <p:spPr>
          <a:xfrm>
            <a:off x="525817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96"/>
              <a:buFont typeface="Montserrat"/>
              <a:buNone/>
            </a:pPr>
            <a:r>
              <a:rPr b="1" lang="ru-RU" sz="1997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rPr>
              <a:t>РЕШЕНИЕ</a:t>
            </a:r>
            <a:endParaRPr/>
          </a:p>
        </p:txBody>
      </p:sp>
      <p:pic>
        <p:nvPicPr>
          <p:cNvPr descr="image.png" id="398" name="Google Shape;398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5989320"/>
            <a:ext cx="1038885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4"/>
          <p:cNvSpPr/>
          <p:nvPr/>
        </p:nvSpPr>
        <p:spPr>
          <a:xfrm>
            <a:off x="2255520" y="2926080"/>
            <a:ext cx="7680960" cy="2651760"/>
          </a:xfrm>
          <a:prstGeom prst="roundRect">
            <a:avLst>
              <a:gd fmla="val 515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4" name="Google Shape;404;p34"/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fmla="val 1870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5" name="Google Shape;405;p34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>
                <a:solidFill>
                  <a:schemeClr val="accent5"/>
                </a:solidFill>
              </a:rPr>
              <a:t>‹#›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406" name="Google Shape;406;p34"/>
          <p:cNvSpPr/>
          <p:nvPr>
            <p:ph idx="1" type="body"/>
          </p:nvPr>
        </p:nvSpPr>
        <p:spPr>
          <a:xfrm>
            <a:off x="2712720" y="2926080"/>
            <a:ext cx="6766560" cy="265176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500"/>
              <a:buNone/>
            </a:pPr>
            <a:r>
              <a:rPr b="1" lang="ru-RU" sz="3200">
                <a:solidFill>
                  <a:srgbClr val="2E124A"/>
                </a:solidFill>
              </a:rPr>
              <a:t>Как настоящая смена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ctr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SzPts val="1400"/>
              <a:buNone/>
            </a:pPr>
            <a:r>
              <a:rPr b="0" lang="ru-RU" sz="1700">
                <a:solidFill>
                  <a:srgbClr val="2E124A"/>
                </a:solidFill>
              </a:rPr>
              <a:t>Тот же интерфейс АРМ-112, карточки, статусы и нормативы. Не отличить от боевой системы.</a:t>
            </a:r>
            <a:endParaRPr/>
          </a:p>
        </p:txBody>
      </p:sp>
      <p:sp>
        <p:nvSpPr>
          <p:cNvPr id="407" name="Google Shape;407;p34"/>
          <p:cNvSpPr txBox="1"/>
          <p:nvPr>
            <p:ph type="title"/>
          </p:nvPr>
        </p:nvSpPr>
        <p:spPr>
          <a:xfrm>
            <a:off x="525817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96"/>
              <a:buFont typeface="Montserrat"/>
              <a:buNone/>
            </a:pPr>
            <a:r>
              <a:rPr b="1" lang="ru-RU" sz="1997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rPr>
              <a:t>РЕШЕНИЕ</a:t>
            </a:r>
            <a:endParaRPr/>
          </a:p>
        </p:txBody>
      </p:sp>
      <p:pic>
        <p:nvPicPr>
          <p:cNvPr descr="image.png" id="408" name="Google Shape;408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5989320"/>
            <a:ext cx="1038885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34"/>
          <p:cNvSpPr/>
          <p:nvPr/>
        </p:nvSpPr>
        <p:spPr>
          <a:xfrm>
            <a:off x="5340096" y="1396603"/>
            <a:ext cx="1504594" cy="1401168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chemeClr val="accent1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410" name="Google Shape;410;p34"/>
          <p:cNvGrpSpPr/>
          <p:nvPr/>
        </p:nvGrpSpPr>
        <p:grpSpPr>
          <a:xfrm>
            <a:off x="5760410" y="1749715"/>
            <a:ext cx="738604" cy="694944"/>
            <a:chOff x="4754041" y="2231625"/>
            <a:chExt cx="340538" cy="322810"/>
          </a:xfrm>
        </p:grpSpPr>
        <p:sp>
          <p:nvSpPr>
            <p:cNvPr id="411" name="Google Shape;411;p34"/>
            <p:cNvSpPr/>
            <p:nvPr/>
          </p:nvSpPr>
          <p:spPr>
            <a:xfrm>
              <a:off x="4754041" y="2231625"/>
              <a:ext cx="340538" cy="322810"/>
            </a:xfrm>
            <a:custGeom>
              <a:rect b="b" l="l" r="r" t="t"/>
              <a:pathLst>
                <a:path extrusionOk="0" h="9384" w="10123">
                  <a:moveTo>
                    <a:pt x="5073" y="8550"/>
                  </a:moveTo>
                  <a:cubicBezTo>
                    <a:pt x="5216" y="8550"/>
                    <a:pt x="5335" y="8669"/>
                    <a:pt x="5335" y="8812"/>
                  </a:cubicBezTo>
                  <a:cubicBezTo>
                    <a:pt x="5335" y="8954"/>
                    <a:pt x="5216" y="9097"/>
                    <a:pt x="5073" y="9097"/>
                  </a:cubicBezTo>
                  <a:cubicBezTo>
                    <a:pt x="4907" y="9097"/>
                    <a:pt x="4788" y="8954"/>
                    <a:pt x="4788" y="8812"/>
                  </a:cubicBezTo>
                  <a:cubicBezTo>
                    <a:pt x="4788" y="8669"/>
                    <a:pt x="4907" y="8550"/>
                    <a:pt x="5073" y="8550"/>
                  </a:cubicBezTo>
                  <a:close/>
                  <a:moveTo>
                    <a:pt x="358" y="0"/>
                  </a:moveTo>
                  <a:cubicBezTo>
                    <a:pt x="168" y="0"/>
                    <a:pt x="1" y="167"/>
                    <a:pt x="1" y="357"/>
                  </a:cubicBezTo>
                  <a:lnTo>
                    <a:pt x="1" y="953"/>
                  </a:lnTo>
                  <a:cubicBezTo>
                    <a:pt x="1" y="1143"/>
                    <a:pt x="144" y="1286"/>
                    <a:pt x="334" y="1286"/>
                  </a:cubicBezTo>
                  <a:lnTo>
                    <a:pt x="334" y="5168"/>
                  </a:lnTo>
                  <a:cubicBezTo>
                    <a:pt x="334" y="5239"/>
                    <a:pt x="406" y="5311"/>
                    <a:pt x="477" y="5311"/>
                  </a:cubicBezTo>
                  <a:cubicBezTo>
                    <a:pt x="572" y="5311"/>
                    <a:pt x="644" y="5263"/>
                    <a:pt x="644" y="5168"/>
                  </a:cubicBezTo>
                  <a:lnTo>
                    <a:pt x="644" y="1286"/>
                  </a:lnTo>
                  <a:lnTo>
                    <a:pt x="7741" y="1286"/>
                  </a:lnTo>
                  <a:cubicBezTo>
                    <a:pt x="7812" y="1286"/>
                    <a:pt x="7884" y="1239"/>
                    <a:pt x="7884" y="1143"/>
                  </a:cubicBezTo>
                  <a:cubicBezTo>
                    <a:pt x="7884" y="1072"/>
                    <a:pt x="7812" y="1000"/>
                    <a:pt x="7741" y="1000"/>
                  </a:cubicBezTo>
                  <a:lnTo>
                    <a:pt x="358" y="1000"/>
                  </a:lnTo>
                  <a:cubicBezTo>
                    <a:pt x="334" y="1000"/>
                    <a:pt x="311" y="977"/>
                    <a:pt x="311" y="953"/>
                  </a:cubicBezTo>
                  <a:lnTo>
                    <a:pt x="311" y="357"/>
                  </a:lnTo>
                  <a:cubicBezTo>
                    <a:pt x="311" y="310"/>
                    <a:pt x="334" y="286"/>
                    <a:pt x="358" y="286"/>
                  </a:cubicBezTo>
                  <a:lnTo>
                    <a:pt x="9789" y="286"/>
                  </a:lnTo>
                  <a:cubicBezTo>
                    <a:pt x="9812" y="286"/>
                    <a:pt x="9836" y="334"/>
                    <a:pt x="9836" y="357"/>
                  </a:cubicBezTo>
                  <a:lnTo>
                    <a:pt x="9836" y="953"/>
                  </a:lnTo>
                  <a:cubicBezTo>
                    <a:pt x="9836" y="977"/>
                    <a:pt x="9812" y="1000"/>
                    <a:pt x="9789" y="1000"/>
                  </a:cubicBezTo>
                  <a:lnTo>
                    <a:pt x="8407" y="1000"/>
                  </a:lnTo>
                  <a:cubicBezTo>
                    <a:pt x="8312" y="1000"/>
                    <a:pt x="8241" y="1072"/>
                    <a:pt x="8241" y="1143"/>
                  </a:cubicBezTo>
                  <a:cubicBezTo>
                    <a:pt x="8241" y="1239"/>
                    <a:pt x="8312" y="1286"/>
                    <a:pt x="8407" y="1286"/>
                  </a:cubicBezTo>
                  <a:lnTo>
                    <a:pt x="9503" y="1286"/>
                  </a:lnTo>
                  <a:lnTo>
                    <a:pt x="9503" y="7335"/>
                  </a:lnTo>
                  <a:cubicBezTo>
                    <a:pt x="9503" y="7359"/>
                    <a:pt x="9479" y="7383"/>
                    <a:pt x="9455" y="7383"/>
                  </a:cubicBezTo>
                  <a:lnTo>
                    <a:pt x="692" y="7383"/>
                  </a:lnTo>
                  <a:cubicBezTo>
                    <a:pt x="668" y="7383"/>
                    <a:pt x="644" y="7359"/>
                    <a:pt x="644" y="7335"/>
                  </a:cubicBezTo>
                  <a:lnTo>
                    <a:pt x="644" y="5835"/>
                  </a:lnTo>
                  <a:cubicBezTo>
                    <a:pt x="644" y="5740"/>
                    <a:pt x="572" y="5692"/>
                    <a:pt x="477" y="5692"/>
                  </a:cubicBezTo>
                  <a:cubicBezTo>
                    <a:pt x="406" y="5692"/>
                    <a:pt x="334" y="5740"/>
                    <a:pt x="334" y="5835"/>
                  </a:cubicBezTo>
                  <a:lnTo>
                    <a:pt x="334" y="7335"/>
                  </a:lnTo>
                  <a:cubicBezTo>
                    <a:pt x="334" y="7526"/>
                    <a:pt x="501" y="7668"/>
                    <a:pt x="692" y="7668"/>
                  </a:cubicBezTo>
                  <a:lnTo>
                    <a:pt x="4907" y="7668"/>
                  </a:lnTo>
                  <a:lnTo>
                    <a:pt x="4907" y="8264"/>
                  </a:lnTo>
                  <a:cubicBezTo>
                    <a:pt x="4669" y="8335"/>
                    <a:pt x="4502" y="8550"/>
                    <a:pt x="4502" y="8812"/>
                  </a:cubicBezTo>
                  <a:cubicBezTo>
                    <a:pt x="4502" y="9121"/>
                    <a:pt x="4740" y="9383"/>
                    <a:pt x="5073" y="9383"/>
                  </a:cubicBezTo>
                  <a:cubicBezTo>
                    <a:pt x="5383" y="9383"/>
                    <a:pt x="5621" y="9121"/>
                    <a:pt x="5621" y="8812"/>
                  </a:cubicBezTo>
                  <a:cubicBezTo>
                    <a:pt x="5621" y="8550"/>
                    <a:pt x="5454" y="8335"/>
                    <a:pt x="5216" y="8264"/>
                  </a:cubicBezTo>
                  <a:lnTo>
                    <a:pt x="5216" y="7668"/>
                  </a:lnTo>
                  <a:lnTo>
                    <a:pt x="9431" y="7668"/>
                  </a:lnTo>
                  <a:cubicBezTo>
                    <a:pt x="9622" y="7668"/>
                    <a:pt x="9789" y="7526"/>
                    <a:pt x="9789" y="7335"/>
                  </a:cubicBezTo>
                  <a:lnTo>
                    <a:pt x="9789" y="1286"/>
                  </a:lnTo>
                  <a:cubicBezTo>
                    <a:pt x="9979" y="1286"/>
                    <a:pt x="10122" y="1143"/>
                    <a:pt x="10122" y="953"/>
                  </a:cubicBezTo>
                  <a:lnTo>
                    <a:pt x="10122" y="357"/>
                  </a:lnTo>
                  <a:cubicBezTo>
                    <a:pt x="10122" y="167"/>
                    <a:pt x="9979" y="0"/>
                    <a:pt x="9789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12" name="Google Shape;412;p34"/>
            <p:cNvSpPr/>
            <p:nvPr/>
          </p:nvSpPr>
          <p:spPr>
            <a:xfrm>
              <a:off x="5011219" y="2437234"/>
              <a:ext cx="45683" cy="9873"/>
            </a:xfrm>
            <a:custGeom>
              <a:rect b="b" l="l" r="r" t="t"/>
              <a:pathLst>
                <a:path extrusionOk="0" h="287" w="1358">
                  <a:moveTo>
                    <a:pt x="167" y="1"/>
                  </a:moveTo>
                  <a:cubicBezTo>
                    <a:pt x="72" y="1"/>
                    <a:pt x="0" y="72"/>
                    <a:pt x="0" y="144"/>
                  </a:cubicBezTo>
                  <a:cubicBezTo>
                    <a:pt x="0" y="239"/>
                    <a:pt x="72" y="286"/>
                    <a:pt x="167" y="286"/>
                  </a:cubicBezTo>
                  <a:lnTo>
                    <a:pt x="1191" y="286"/>
                  </a:lnTo>
                  <a:cubicBezTo>
                    <a:pt x="1286" y="286"/>
                    <a:pt x="1358" y="239"/>
                    <a:pt x="1358" y="144"/>
                  </a:cubicBezTo>
                  <a:cubicBezTo>
                    <a:pt x="1334" y="72"/>
                    <a:pt x="1286" y="1"/>
                    <a:pt x="119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13" name="Google Shape;413;p34"/>
            <p:cNvSpPr/>
            <p:nvPr/>
          </p:nvSpPr>
          <p:spPr>
            <a:xfrm>
              <a:off x="4976772" y="2455259"/>
              <a:ext cx="80130" cy="10698"/>
            </a:xfrm>
            <a:custGeom>
              <a:rect b="b" l="l" r="r" t="t"/>
              <a:pathLst>
                <a:path extrusionOk="0" h="311" w="2382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15" y="310"/>
                  </a:lnTo>
                  <a:cubicBezTo>
                    <a:pt x="2310" y="310"/>
                    <a:pt x="2382" y="239"/>
                    <a:pt x="2382" y="143"/>
                  </a:cubicBezTo>
                  <a:cubicBezTo>
                    <a:pt x="2382" y="72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14" name="Google Shape;414;p34"/>
            <p:cNvSpPr/>
            <p:nvPr/>
          </p:nvSpPr>
          <p:spPr>
            <a:xfrm>
              <a:off x="4976772" y="2302902"/>
              <a:ext cx="16854" cy="10664"/>
            </a:xfrm>
            <a:custGeom>
              <a:rect b="b" l="l" r="r" t="t"/>
              <a:pathLst>
                <a:path extrusionOk="0" h="310" w="501">
                  <a:moveTo>
                    <a:pt x="143" y="0"/>
                  </a:moveTo>
                  <a:cubicBezTo>
                    <a:pt x="72" y="0"/>
                    <a:pt x="0" y="72"/>
                    <a:pt x="0" y="143"/>
                  </a:cubicBezTo>
                  <a:cubicBezTo>
                    <a:pt x="0" y="238"/>
                    <a:pt x="72" y="310"/>
                    <a:pt x="143" y="310"/>
                  </a:cubicBezTo>
                  <a:lnTo>
                    <a:pt x="334" y="310"/>
                  </a:lnTo>
                  <a:cubicBezTo>
                    <a:pt x="429" y="310"/>
                    <a:pt x="500" y="238"/>
                    <a:pt x="500" y="143"/>
                  </a:cubicBezTo>
                  <a:cubicBezTo>
                    <a:pt x="500" y="72"/>
                    <a:pt x="429" y="0"/>
                    <a:pt x="334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15" name="Google Shape;415;p34"/>
            <p:cNvSpPr/>
            <p:nvPr/>
          </p:nvSpPr>
          <p:spPr>
            <a:xfrm>
              <a:off x="5001598" y="2302902"/>
              <a:ext cx="55304" cy="10664"/>
            </a:xfrm>
            <a:custGeom>
              <a:rect b="b" l="l" r="r" t="t"/>
              <a:pathLst>
                <a:path extrusionOk="0" h="310" w="1644">
                  <a:moveTo>
                    <a:pt x="143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8"/>
                    <a:pt x="72" y="310"/>
                    <a:pt x="143" y="310"/>
                  </a:cubicBezTo>
                  <a:lnTo>
                    <a:pt x="1477" y="310"/>
                  </a:lnTo>
                  <a:cubicBezTo>
                    <a:pt x="1572" y="310"/>
                    <a:pt x="1644" y="238"/>
                    <a:pt x="1644" y="143"/>
                  </a:cubicBezTo>
                  <a:cubicBezTo>
                    <a:pt x="1644" y="72"/>
                    <a:pt x="1572" y="0"/>
                    <a:pt x="147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16" name="Google Shape;416;p34"/>
            <p:cNvSpPr/>
            <p:nvPr/>
          </p:nvSpPr>
          <p:spPr>
            <a:xfrm>
              <a:off x="4976772" y="2321719"/>
              <a:ext cx="80130" cy="9873"/>
            </a:xfrm>
            <a:custGeom>
              <a:rect b="b" l="l" r="r" t="t"/>
              <a:pathLst>
                <a:path extrusionOk="0" h="287" w="2382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2215" y="287"/>
                  </a:lnTo>
                  <a:cubicBezTo>
                    <a:pt x="2310" y="287"/>
                    <a:pt x="2382" y="215"/>
                    <a:pt x="2382" y="144"/>
                  </a:cubicBezTo>
                  <a:cubicBezTo>
                    <a:pt x="2382" y="48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17" name="Google Shape;417;p34"/>
            <p:cNvSpPr/>
            <p:nvPr/>
          </p:nvSpPr>
          <p:spPr>
            <a:xfrm>
              <a:off x="4976772" y="2352025"/>
              <a:ext cx="80130" cy="65601"/>
            </a:xfrm>
            <a:custGeom>
              <a:rect b="b" l="l" r="r" t="t"/>
              <a:pathLst>
                <a:path extrusionOk="0" h="1907" w="2382">
                  <a:moveTo>
                    <a:pt x="143" y="1"/>
                  </a:moveTo>
                  <a:cubicBezTo>
                    <a:pt x="48" y="1"/>
                    <a:pt x="0" y="49"/>
                    <a:pt x="0" y="144"/>
                  </a:cubicBezTo>
                  <a:lnTo>
                    <a:pt x="0" y="1763"/>
                  </a:lnTo>
                  <a:cubicBezTo>
                    <a:pt x="0" y="1835"/>
                    <a:pt x="72" y="1906"/>
                    <a:pt x="143" y="1906"/>
                  </a:cubicBezTo>
                  <a:lnTo>
                    <a:pt x="2215" y="1906"/>
                  </a:lnTo>
                  <a:cubicBezTo>
                    <a:pt x="2310" y="1906"/>
                    <a:pt x="2382" y="1835"/>
                    <a:pt x="2382" y="1763"/>
                  </a:cubicBezTo>
                  <a:cubicBezTo>
                    <a:pt x="2382" y="1668"/>
                    <a:pt x="2310" y="1597"/>
                    <a:pt x="2215" y="1597"/>
                  </a:cubicBezTo>
                  <a:lnTo>
                    <a:pt x="1858" y="1597"/>
                  </a:lnTo>
                  <a:lnTo>
                    <a:pt x="1858" y="311"/>
                  </a:lnTo>
                  <a:cubicBezTo>
                    <a:pt x="1858" y="239"/>
                    <a:pt x="1786" y="168"/>
                    <a:pt x="1715" y="168"/>
                  </a:cubicBezTo>
                  <a:cubicBezTo>
                    <a:pt x="1644" y="168"/>
                    <a:pt x="1572" y="239"/>
                    <a:pt x="1572" y="311"/>
                  </a:cubicBezTo>
                  <a:lnTo>
                    <a:pt x="1572" y="1597"/>
                  </a:lnTo>
                  <a:lnTo>
                    <a:pt x="1334" y="1597"/>
                  </a:lnTo>
                  <a:lnTo>
                    <a:pt x="1334" y="1120"/>
                  </a:lnTo>
                  <a:cubicBezTo>
                    <a:pt x="1334" y="1049"/>
                    <a:pt x="1263" y="977"/>
                    <a:pt x="1191" y="977"/>
                  </a:cubicBezTo>
                  <a:cubicBezTo>
                    <a:pt x="1096" y="977"/>
                    <a:pt x="1024" y="1049"/>
                    <a:pt x="1024" y="1120"/>
                  </a:cubicBezTo>
                  <a:lnTo>
                    <a:pt x="1024" y="1597"/>
                  </a:lnTo>
                  <a:lnTo>
                    <a:pt x="786" y="1597"/>
                  </a:lnTo>
                  <a:lnTo>
                    <a:pt x="786" y="763"/>
                  </a:lnTo>
                  <a:cubicBezTo>
                    <a:pt x="786" y="668"/>
                    <a:pt x="739" y="596"/>
                    <a:pt x="643" y="596"/>
                  </a:cubicBezTo>
                  <a:cubicBezTo>
                    <a:pt x="572" y="596"/>
                    <a:pt x="500" y="668"/>
                    <a:pt x="500" y="763"/>
                  </a:cubicBezTo>
                  <a:lnTo>
                    <a:pt x="500" y="1597"/>
                  </a:lnTo>
                  <a:lnTo>
                    <a:pt x="286" y="1597"/>
                  </a:lnTo>
                  <a:lnTo>
                    <a:pt x="286" y="144"/>
                  </a:lnTo>
                  <a:cubicBezTo>
                    <a:pt x="286" y="72"/>
                    <a:pt x="215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18" name="Google Shape;418;p34"/>
            <p:cNvSpPr/>
            <p:nvPr/>
          </p:nvSpPr>
          <p:spPr>
            <a:xfrm>
              <a:off x="4789296" y="2294680"/>
              <a:ext cx="168267" cy="172069"/>
            </a:xfrm>
            <a:custGeom>
              <a:rect b="b" l="l" r="r" t="t"/>
              <a:pathLst>
                <a:path extrusionOk="0" h="5002" w="5002">
                  <a:moveTo>
                    <a:pt x="2501" y="1215"/>
                  </a:moveTo>
                  <a:cubicBezTo>
                    <a:pt x="3216" y="1215"/>
                    <a:pt x="3811" y="1787"/>
                    <a:pt x="3811" y="2501"/>
                  </a:cubicBezTo>
                  <a:cubicBezTo>
                    <a:pt x="3811" y="3240"/>
                    <a:pt x="3216" y="3811"/>
                    <a:pt x="2501" y="3811"/>
                  </a:cubicBezTo>
                  <a:cubicBezTo>
                    <a:pt x="1787" y="3811"/>
                    <a:pt x="1215" y="3216"/>
                    <a:pt x="1215" y="2501"/>
                  </a:cubicBezTo>
                  <a:cubicBezTo>
                    <a:pt x="1215" y="1787"/>
                    <a:pt x="1787" y="1215"/>
                    <a:pt x="2501" y="1215"/>
                  </a:cubicBezTo>
                  <a:close/>
                  <a:moveTo>
                    <a:pt x="4692" y="2668"/>
                  </a:moveTo>
                  <a:cubicBezTo>
                    <a:pt x="4668" y="3121"/>
                    <a:pt x="4502" y="3549"/>
                    <a:pt x="4216" y="3883"/>
                  </a:cubicBezTo>
                  <a:lnTo>
                    <a:pt x="3787" y="3454"/>
                  </a:lnTo>
                  <a:cubicBezTo>
                    <a:pt x="3954" y="3216"/>
                    <a:pt x="4073" y="2954"/>
                    <a:pt x="4097" y="2668"/>
                  </a:cubicBezTo>
                  <a:close/>
                  <a:moveTo>
                    <a:pt x="2358" y="311"/>
                  </a:moveTo>
                  <a:lnTo>
                    <a:pt x="2358" y="930"/>
                  </a:lnTo>
                  <a:cubicBezTo>
                    <a:pt x="1549" y="1001"/>
                    <a:pt x="906" y="1692"/>
                    <a:pt x="906" y="2501"/>
                  </a:cubicBezTo>
                  <a:cubicBezTo>
                    <a:pt x="906" y="3383"/>
                    <a:pt x="1620" y="4097"/>
                    <a:pt x="2501" y="4097"/>
                  </a:cubicBezTo>
                  <a:cubicBezTo>
                    <a:pt x="2930" y="4097"/>
                    <a:pt x="3311" y="3954"/>
                    <a:pt x="3597" y="3668"/>
                  </a:cubicBezTo>
                  <a:cubicBezTo>
                    <a:pt x="3740" y="3811"/>
                    <a:pt x="3883" y="3954"/>
                    <a:pt x="4025" y="4097"/>
                  </a:cubicBezTo>
                  <a:cubicBezTo>
                    <a:pt x="3644" y="4478"/>
                    <a:pt x="3097" y="4716"/>
                    <a:pt x="2501" y="4716"/>
                  </a:cubicBezTo>
                  <a:cubicBezTo>
                    <a:pt x="1287" y="4716"/>
                    <a:pt x="310" y="3716"/>
                    <a:pt x="310" y="2501"/>
                  </a:cubicBezTo>
                  <a:cubicBezTo>
                    <a:pt x="310" y="1335"/>
                    <a:pt x="1215" y="382"/>
                    <a:pt x="2358" y="311"/>
                  </a:cubicBezTo>
                  <a:close/>
                  <a:moveTo>
                    <a:pt x="2501" y="1"/>
                  </a:moveTo>
                  <a:cubicBezTo>
                    <a:pt x="1120" y="1"/>
                    <a:pt x="1" y="1144"/>
                    <a:pt x="1" y="2501"/>
                  </a:cubicBezTo>
                  <a:cubicBezTo>
                    <a:pt x="1" y="3883"/>
                    <a:pt x="1120" y="5002"/>
                    <a:pt x="2501" y="5002"/>
                  </a:cubicBezTo>
                  <a:cubicBezTo>
                    <a:pt x="3883" y="5002"/>
                    <a:pt x="5002" y="3883"/>
                    <a:pt x="5002" y="2501"/>
                  </a:cubicBezTo>
                  <a:cubicBezTo>
                    <a:pt x="5002" y="1978"/>
                    <a:pt x="4835" y="1477"/>
                    <a:pt x="4526" y="1049"/>
                  </a:cubicBezTo>
                  <a:cubicBezTo>
                    <a:pt x="4499" y="1009"/>
                    <a:pt x="4459" y="992"/>
                    <a:pt x="4415" y="992"/>
                  </a:cubicBezTo>
                  <a:cubicBezTo>
                    <a:pt x="4380" y="992"/>
                    <a:pt x="4343" y="1004"/>
                    <a:pt x="4311" y="1025"/>
                  </a:cubicBezTo>
                  <a:cubicBezTo>
                    <a:pt x="4264" y="1073"/>
                    <a:pt x="4240" y="1144"/>
                    <a:pt x="4287" y="1215"/>
                  </a:cubicBezTo>
                  <a:cubicBezTo>
                    <a:pt x="4526" y="1549"/>
                    <a:pt x="4668" y="1954"/>
                    <a:pt x="4692" y="2359"/>
                  </a:cubicBezTo>
                  <a:lnTo>
                    <a:pt x="4097" y="2359"/>
                  </a:lnTo>
                  <a:cubicBezTo>
                    <a:pt x="4025" y="1597"/>
                    <a:pt x="3406" y="1001"/>
                    <a:pt x="2644" y="930"/>
                  </a:cubicBezTo>
                  <a:lnTo>
                    <a:pt x="2644" y="311"/>
                  </a:lnTo>
                  <a:cubicBezTo>
                    <a:pt x="3097" y="334"/>
                    <a:pt x="3501" y="501"/>
                    <a:pt x="3859" y="787"/>
                  </a:cubicBezTo>
                  <a:cubicBezTo>
                    <a:pt x="3886" y="805"/>
                    <a:pt x="3917" y="813"/>
                    <a:pt x="3947" y="813"/>
                  </a:cubicBezTo>
                  <a:cubicBezTo>
                    <a:pt x="3996" y="813"/>
                    <a:pt x="4044" y="792"/>
                    <a:pt x="4073" y="763"/>
                  </a:cubicBezTo>
                  <a:cubicBezTo>
                    <a:pt x="4121" y="692"/>
                    <a:pt x="4121" y="596"/>
                    <a:pt x="4049" y="549"/>
                  </a:cubicBezTo>
                  <a:cubicBezTo>
                    <a:pt x="3597" y="191"/>
                    <a:pt x="3073" y="1"/>
                    <a:pt x="250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19" name="Google Shape;419;p34"/>
            <p:cNvSpPr/>
            <p:nvPr/>
          </p:nvSpPr>
          <p:spPr>
            <a:xfrm>
              <a:off x="4794107" y="2453402"/>
              <a:ext cx="24086" cy="17475"/>
            </a:xfrm>
            <a:custGeom>
              <a:rect b="b" l="l" r="r" t="t"/>
              <a:pathLst>
                <a:path extrusionOk="0" h="508" w="716">
                  <a:moveTo>
                    <a:pt x="167" y="1"/>
                  </a:moveTo>
                  <a:cubicBezTo>
                    <a:pt x="132" y="1"/>
                    <a:pt x="96" y="19"/>
                    <a:pt x="72" y="55"/>
                  </a:cubicBezTo>
                  <a:cubicBezTo>
                    <a:pt x="1" y="102"/>
                    <a:pt x="1" y="197"/>
                    <a:pt x="72" y="245"/>
                  </a:cubicBezTo>
                  <a:lnTo>
                    <a:pt x="263" y="459"/>
                  </a:lnTo>
                  <a:cubicBezTo>
                    <a:pt x="286" y="483"/>
                    <a:pt x="334" y="507"/>
                    <a:pt x="358" y="507"/>
                  </a:cubicBezTo>
                  <a:cubicBezTo>
                    <a:pt x="405" y="507"/>
                    <a:pt x="429" y="483"/>
                    <a:pt x="477" y="459"/>
                  </a:cubicBezTo>
                  <a:lnTo>
                    <a:pt x="667" y="245"/>
                  </a:lnTo>
                  <a:cubicBezTo>
                    <a:pt x="715" y="197"/>
                    <a:pt x="715" y="102"/>
                    <a:pt x="667" y="55"/>
                  </a:cubicBezTo>
                  <a:cubicBezTo>
                    <a:pt x="632" y="19"/>
                    <a:pt x="590" y="1"/>
                    <a:pt x="551" y="1"/>
                  </a:cubicBezTo>
                  <a:cubicBezTo>
                    <a:pt x="513" y="1"/>
                    <a:pt x="477" y="19"/>
                    <a:pt x="453" y="55"/>
                  </a:cubicBezTo>
                  <a:lnTo>
                    <a:pt x="358" y="150"/>
                  </a:lnTo>
                  <a:lnTo>
                    <a:pt x="263" y="55"/>
                  </a:lnTo>
                  <a:cubicBezTo>
                    <a:pt x="239" y="19"/>
                    <a:pt x="203" y="1"/>
                    <a:pt x="1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20" name="Google Shape;420;p34"/>
            <p:cNvSpPr/>
            <p:nvPr/>
          </p:nvSpPr>
          <p:spPr>
            <a:xfrm>
              <a:off x="4883051" y="2382744"/>
              <a:ext cx="24053" cy="16856"/>
            </a:xfrm>
            <a:custGeom>
              <a:rect b="b" l="l" r="r" t="t"/>
              <a:pathLst>
                <a:path extrusionOk="0" h="490" w="715">
                  <a:moveTo>
                    <a:pt x="164" y="1"/>
                  </a:moveTo>
                  <a:cubicBezTo>
                    <a:pt x="125" y="1"/>
                    <a:pt x="83" y="13"/>
                    <a:pt x="48" y="37"/>
                  </a:cubicBezTo>
                  <a:cubicBezTo>
                    <a:pt x="0" y="84"/>
                    <a:pt x="0" y="180"/>
                    <a:pt x="48" y="251"/>
                  </a:cubicBezTo>
                  <a:lnTo>
                    <a:pt x="238" y="442"/>
                  </a:lnTo>
                  <a:cubicBezTo>
                    <a:pt x="286" y="465"/>
                    <a:pt x="310" y="489"/>
                    <a:pt x="357" y="489"/>
                  </a:cubicBezTo>
                  <a:cubicBezTo>
                    <a:pt x="381" y="489"/>
                    <a:pt x="429" y="465"/>
                    <a:pt x="453" y="442"/>
                  </a:cubicBezTo>
                  <a:lnTo>
                    <a:pt x="667" y="251"/>
                  </a:lnTo>
                  <a:cubicBezTo>
                    <a:pt x="714" y="180"/>
                    <a:pt x="714" y="84"/>
                    <a:pt x="667" y="37"/>
                  </a:cubicBezTo>
                  <a:cubicBezTo>
                    <a:pt x="631" y="13"/>
                    <a:pt x="589" y="1"/>
                    <a:pt x="551" y="1"/>
                  </a:cubicBezTo>
                  <a:cubicBezTo>
                    <a:pt x="512" y="1"/>
                    <a:pt x="476" y="13"/>
                    <a:pt x="453" y="37"/>
                  </a:cubicBezTo>
                  <a:lnTo>
                    <a:pt x="357" y="132"/>
                  </a:lnTo>
                  <a:lnTo>
                    <a:pt x="262" y="37"/>
                  </a:lnTo>
                  <a:cubicBezTo>
                    <a:pt x="238" y="13"/>
                    <a:pt x="202" y="1"/>
                    <a:pt x="164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21" name="Google Shape;421;p34"/>
            <p:cNvSpPr/>
            <p:nvPr/>
          </p:nvSpPr>
          <p:spPr>
            <a:xfrm>
              <a:off x="4935899" y="2304106"/>
              <a:ext cx="24086" cy="16856"/>
            </a:xfrm>
            <a:custGeom>
              <a:rect b="b" l="l" r="r" t="t"/>
              <a:pathLst>
                <a:path extrusionOk="0" h="490" w="716">
                  <a:moveTo>
                    <a:pt x="168" y="1"/>
                  </a:moveTo>
                  <a:cubicBezTo>
                    <a:pt x="132" y="1"/>
                    <a:pt x="96" y="13"/>
                    <a:pt x="72" y="37"/>
                  </a:cubicBezTo>
                  <a:cubicBezTo>
                    <a:pt x="1" y="84"/>
                    <a:pt x="1" y="179"/>
                    <a:pt x="72" y="251"/>
                  </a:cubicBezTo>
                  <a:lnTo>
                    <a:pt x="263" y="441"/>
                  </a:lnTo>
                  <a:cubicBezTo>
                    <a:pt x="287" y="465"/>
                    <a:pt x="310" y="489"/>
                    <a:pt x="358" y="489"/>
                  </a:cubicBezTo>
                  <a:cubicBezTo>
                    <a:pt x="406" y="489"/>
                    <a:pt x="429" y="465"/>
                    <a:pt x="453" y="441"/>
                  </a:cubicBezTo>
                  <a:lnTo>
                    <a:pt x="668" y="251"/>
                  </a:lnTo>
                  <a:cubicBezTo>
                    <a:pt x="715" y="179"/>
                    <a:pt x="715" y="84"/>
                    <a:pt x="668" y="37"/>
                  </a:cubicBezTo>
                  <a:cubicBezTo>
                    <a:pt x="632" y="13"/>
                    <a:pt x="590" y="1"/>
                    <a:pt x="552" y="1"/>
                  </a:cubicBezTo>
                  <a:cubicBezTo>
                    <a:pt x="513" y="1"/>
                    <a:pt x="477" y="13"/>
                    <a:pt x="453" y="37"/>
                  </a:cubicBezTo>
                  <a:lnTo>
                    <a:pt x="358" y="132"/>
                  </a:lnTo>
                  <a:lnTo>
                    <a:pt x="263" y="37"/>
                  </a:lnTo>
                  <a:cubicBezTo>
                    <a:pt x="239" y="13"/>
                    <a:pt x="203" y="1"/>
                    <a:pt x="16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5"/>
          <p:cNvSpPr/>
          <p:nvPr/>
        </p:nvSpPr>
        <p:spPr>
          <a:xfrm>
            <a:off x="2255520" y="2926080"/>
            <a:ext cx="7680960" cy="2651760"/>
          </a:xfrm>
          <a:prstGeom prst="roundRect">
            <a:avLst>
              <a:gd fmla="val 515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7" name="Google Shape;427;p35"/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fmla="val 1870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8" name="Google Shape;428;p35"/>
          <p:cNvSpPr/>
          <p:nvPr/>
        </p:nvSpPr>
        <p:spPr>
          <a:xfrm>
            <a:off x="5340096" y="1366572"/>
            <a:ext cx="1504594" cy="1401168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chemeClr val="accent1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9" name="Google Shape;429;p35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>
                <a:solidFill>
                  <a:schemeClr val="accent5"/>
                </a:solidFill>
              </a:rPr>
              <a:t>‹#›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430" name="Google Shape;430;p35"/>
          <p:cNvSpPr/>
          <p:nvPr>
            <p:ph idx="1" type="body"/>
          </p:nvPr>
        </p:nvSpPr>
        <p:spPr>
          <a:xfrm>
            <a:off x="2712720" y="2926080"/>
            <a:ext cx="6766560" cy="265176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500"/>
              <a:buNone/>
            </a:pPr>
            <a:r>
              <a:rPr b="1" lang="ru-RU" sz="3200">
                <a:solidFill>
                  <a:srgbClr val="2E124A"/>
                </a:solidFill>
              </a:rPr>
              <a:t>Виртуальный телефон диспетчера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ctr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SzPts val="1400"/>
              <a:buNone/>
            </a:pPr>
            <a:r>
              <a:rPr b="0" lang="ru-RU" sz="1700">
                <a:solidFill>
                  <a:srgbClr val="2E124A"/>
                </a:solidFill>
              </a:rPr>
              <a:t>Зелёный кружок на экране: диспетчер сам набирает начальника бригады и руководителя. Собеседники отвечают голосом, торопят и уточняют, как на настоящей смене.</a:t>
            </a:r>
            <a:endParaRPr/>
          </a:p>
        </p:txBody>
      </p:sp>
      <p:grpSp>
        <p:nvGrpSpPr>
          <p:cNvPr id="431" name="Google Shape;431;p35"/>
          <p:cNvGrpSpPr/>
          <p:nvPr/>
        </p:nvGrpSpPr>
        <p:grpSpPr>
          <a:xfrm>
            <a:off x="5698165" y="1753233"/>
            <a:ext cx="738531" cy="687909"/>
            <a:chOff x="3385734" y="2233242"/>
            <a:chExt cx="340504" cy="319542"/>
          </a:xfrm>
        </p:grpSpPr>
        <p:sp>
          <p:nvSpPr>
            <p:cNvPr id="432" name="Google Shape;432;p35"/>
            <p:cNvSpPr/>
            <p:nvPr/>
          </p:nvSpPr>
          <p:spPr>
            <a:xfrm>
              <a:off x="3385734" y="2233242"/>
              <a:ext cx="340504" cy="319542"/>
            </a:xfrm>
            <a:custGeom>
              <a:rect b="b" l="l" r="r" t="t"/>
              <a:pathLst>
                <a:path extrusionOk="0" h="9289" w="10122">
                  <a:moveTo>
                    <a:pt x="9574" y="310"/>
                  </a:moveTo>
                  <a:cubicBezTo>
                    <a:pt x="9717" y="310"/>
                    <a:pt x="9812" y="406"/>
                    <a:pt x="9812" y="549"/>
                  </a:cubicBezTo>
                  <a:lnTo>
                    <a:pt x="9812" y="5669"/>
                  </a:lnTo>
                  <a:lnTo>
                    <a:pt x="8622" y="5669"/>
                  </a:lnTo>
                  <a:cubicBezTo>
                    <a:pt x="8550" y="5669"/>
                    <a:pt x="8479" y="5740"/>
                    <a:pt x="8479" y="5812"/>
                  </a:cubicBezTo>
                  <a:cubicBezTo>
                    <a:pt x="8479" y="5907"/>
                    <a:pt x="8550" y="5978"/>
                    <a:pt x="8622" y="5978"/>
                  </a:cubicBezTo>
                  <a:lnTo>
                    <a:pt x="9812" y="5978"/>
                  </a:lnTo>
                  <a:lnTo>
                    <a:pt x="9812" y="6455"/>
                  </a:lnTo>
                  <a:cubicBezTo>
                    <a:pt x="9812" y="6597"/>
                    <a:pt x="9717" y="6717"/>
                    <a:pt x="9574" y="6717"/>
                  </a:cubicBezTo>
                  <a:lnTo>
                    <a:pt x="549" y="6717"/>
                  </a:lnTo>
                  <a:cubicBezTo>
                    <a:pt x="406" y="6717"/>
                    <a:pt x="287" y="6597"/>
                    <a:pt x="287" y="6455"/>
                  </a:cubicBezTo>
                  <a:lnTo>
                    <a:pt x="287" y="5978"/>
                  </a:lnTo>
                  <a:lnTo>
                    <a:pt x="7979" y="5978"/>
                  </a:lnTo>
                  <a:cubicBezTo>
                    <a:pt x="8050" y="5978"/>
                    <a:pt x="8122" y="5907"/>
                    <a:pt x="8122" y="5812"/>
                  </a:cubicBezTo>
                  <a:cubicBezTo>
                    <a:pt x="8122" y="5740"/>
                    <a:pt x="8050" y="5669"/>
                    <a:pt x="7979" y="5669"/>
                  </a:cubicBezTo>
                  <a:lnTo>
                    <a:pt x="6216" y="5669"/>
                  </a:lnTo>
                  <a:lnTo>
                    <a:pt x="6216" y="310"/>
                  </a:lnTo>
                  <a:close/>
                  <a:moveTo>
                    <a:pt x="5335" y="7002"/>
                  </a:moveTo>
                  <a:lnTo>
                    <a:pt x="5335" y="7193"/>
                  </a:lnTo>
                  <a:cubicBezTo>
                    <a:pt x="5335" y="7360"/>
                    <a:pt x="5216" y="7479"/>
                    <a:pt x="5049" y="7479"/>
                  </a:cubicBezTo>
                  <a:cubicBezTo>
                    <a:pt x="4907" y="7479"/>
                    <a:pt x="4764" y="7360"/>
                    <a:pt x="4764" y="7193"/>
                  </a:cubicBezTo>
                  <a:lnTo>
                    <a:pt x="4764" y="7002"/>
                  </a:lnTo>
                  <a:close/>
                  <a:moveTo>
                    <a:pt x="6073" y="7002"/>
                  </a:moveTo>
                  <a:lnTo>
                    <a:pt x="6169" y="8241"/>
                  </a:lnTo>
                  <a:lnTo>
                    <a:pt x="3954" y="8241"/>
                  </a:lnTo>
                  <a:lnTo>
                    <a:pt x="4049" y="7002"/>
                  </a:lnTo>
                  <a:lnTo>
                    <a:pt x="4478" y="7002"/>
                  </a:lnTo>
                  <a:lnTo>
                    <a:pt x="4478" y="7193"/>
                  </a:lnTo>
                  <a:cubicBezTo>
                    <a:pt x="4478" y="7526"/>
                    <a:pt x="4740" y="7788"/>
                    <a:pt x="5049" y="7788"/>
                  </a:cubicBezTo>
                  <a:cubicBezTo>
                    <a:pt x="5383" y="7788"/>
                    <a:pt x="5645" y="7526"/>
                    <a:pt x="5645" y="7193"/>
                  </a:cubicBezTo>
                  <a:lnTo>
                    <a:pt x="5645" y="7002"/>
                  </a:lnTo>
                  <a:close/>
                  <a:moveTo>
                    <a:pt x="6859" y="8526"/>
                  </a:moveTo>
                  <a:cubicBezTo>
                    <a:pt x="6883" y="8526"/>
                    <a:pt x="6907" y="8550"/>
                    <a:pt x="6907" y="8574"/>
                  </a:cubicBezTo>
                  <a:lnTo>
                    <a:pt x="6907" y="8955"/>
                  </a:lnTo>
                  <a:cubicBezTo>
                    <a:pt x="6907" y="8979"/>
                    <a:pt x="6883" y="9003"/>
                    <a:pt x="6859" y="9003"/>
                  </a:cubicBezTo>
                  <a:lnTo>
                    <a:pt x="3263" y="9003"/>
                  </a:lnTo>
                  <a:cubicBezTo>
                    <a:pt x="3240" y="9003"/>
                    <a:pt x="3216" y="8979"/>
                    <a:pt x="3216" y="8955"/>
                  </a:cubicBezTo>
                  <a:lnTo>
                    <a:pt x="3216" y="8574"/>
                  </a:lnTo>
                  <a:cubicBezTo>
                    <a:pt x="3216" y="8550"/>
                    <a:pt x="3240" y="8526"/>
                    <a:pt x="3263" y="8526"/>
                  </a:cubicBezTo>
                  <a:close/>
                  <a:moveTo>
                    <a:pt x="549" y="1"/>
                  </a:moveTo>
                  <a:cubicBezTo>
                    <a:pt x="239" y="1"/>
                    <a:pt x="1" y="239"/>
                    <a:pt x="1" y="549"/>
                  </a:cubicBezTo>
                  <a:lnTo>
                    <a:pt x="1" y="1477"/>
                  </a:lnTo>
                  <a:cubicBezTo>
                    <a:pt x="1" y="1573"/>
                    <a:pt x="72" y="1644"/>
                    <a:pt x="144" y="1644"/>
                  </a:cubicBezTo>
                  <a:cubicBezTo>
                    <a:pt x="215" y="1644"/>
                    <a:pt x="287" y="1573"/>
                    <a:pt x="287" y="1477"/>
                  </a:cubicBezTo>
                  <a:lnTo>
                    <a:pt x="287" y="549"/>
                  </a:lnTo>
                  <a:cubicBezTo>
                    <a:pt x="287" y="406"/>
                    <a:pt x="406" y="310"/>
                    <a:pt x="549" y="310"/>
                  </a:cubicBezTo>
                  <a:lnTo>
                    <a:pt x="5907" y="310"/>
                  </a:lnTo>
                  <a:lnTo>
                    <a:pt x="5907" y="5669"/>
                  </a:lnTo>
                  <a:lnTo>
                    <a:pt x="287" y="5669"/>
                  </a:lnTo>
                  <a:lnTo>
                    <a:pt x="287" y="2144"/>
                  </a:lnTo>
                  <a:cubicBezTo>
                    <a:pt x="287" y="2049"/>
                    <a:pt x="239" y="2001"/>
                    <a:pt x="144" y="2001"/>
                  </a:cubicBezTo>
                  <a:cubicBezTo>
                    <a:pt x="72" y="2001"/>
                    <a:pt x="1" y="2049"/>
                    <a:pt x="1" y="2144"/>
                  </a:cubicBezTo>
                  <a:lnTo>
                    <a:pt x="1" y="6455"/>
                  </a:lnTo>
                  <a:cubicBezTo>
                    <a:pt x="1" y="6764"/>
                    <a:pt x="239" y="7002"/>
                    <a:pt x="549" y="7002"/>
                  </a:cubicBezTo>
                  <a:lnTo>
                    <a:pt x="3763" y="7002"/>
                  </a:lnTo>
                  <a:lnTo>
                    <a:pt x="3644" y="8241"/>
                  </a:lnTo>
                  <a:lnTo>
                    <a:pt x="3263" y="8241"/>
                  </a:lnTo>
                  <a:cubicBezTo>
                    <a:pt x="3073" y="8241"/>
                    <a:pt x="2930" y="8384"/>
                    <a:pt x="2930" y="8574"/>
                  </a:cubicBezTo>
                  <a:lnTo>
                    <a:pt x="2930" y="8955"/>
                  </a:lnTo>
                  <a:cubicBezTo>
                    <a:pt x="2930" y="9146"/>
                    <a:pt x="3073" y="9288"/>
                    <a:pt x="3263" y="9288"/>
                  </a:cubicBezTo>
                  <a:lnTo>
                    <a:pt x="6859" y="9288"/>
                  </a:lnTo>
                  <a:cubicBezTo>
                    <a:pt x="7050" y="9288"/>
                    <a:pt x="7193" y="9146"/>
                    <a:pt x="7193" y="8955"/>
                  </a:cubicBezTo>
                  <a:lnTo>
                    <a:pt x="7193" y="8574"/>
                  </a:lnTo>
                  <a:cubicBezTo>
                    <a:pt x="7193" y="8384"/>
                    <a:pt x="7050" y="8241"/>
                    <a:pt x="6859" y="8241"/>
                  </a:cubicBezTo>
                  <a:lnTo>
                    <a:pt x="6478" y="8241"/>
                  </a:lnTo>
                  <a:lnTo>
                    <a:pt x="6359" y="7002"/>
                  </a:lnTo>
                  <a:lnTo>
                    <a:pt x="9574" y="7002"/>
                  </a:lnTo>
                  <a:cubicBezTo>
                    <a:pt x="9860" y="7002"/>
                    <a:pt x="10122" y="6764"/>
                    <a:pt x="10122" y="6455"/>
                  </a:cubicBezTo>
                  <a:lnTo>
                    <a:pt x="10122" y="549"/>
                  </a:lnTo>
                  <a:cubicBezTo>
                    <a:pt x="10122" y="239"/>
                    <a:pt x="9884" y="1"/>
                    <a:pt x="9574" y="1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33" name="Google Shape;433;p35"/>
            <p:cNvSpPr/>
            <p:nvPr/>
          </p:nvSpPr>
          <p:spPr>
            <a:xfrm>
              <a:off x="3420989" y="2296022"/>
              <a:ext cx="143441" cy="113382"/>
            </a:xfrm>
            <a:custGeom>
              <a:rect b="b" l="l" r="r" t="t"/>
              <a:pathLst>
                <a:path extrusionOk="0" h="3296" w="4264">
                  <a:moveTo>
                    <a:pt x="3897" y="0"/>
                  </a:moveTo>
                  <a:cubicBezTo>
                    <a:pt x="3848" y="0"/>
                    <a:pt x="3805" y="22"/>
                    <a:pt x="3787" y="57"/>
                  </a:cubicBezTo>
                  <a:lnTo>
                    <a:pt x="2835" y="1176"/>
                  </a:lnTo>
                  <a:lnTo>
                    <a:pt x="2596" y="986"/>
                  </a:lnTo>
                  <a:cubicBezTo>
                    <a:pt x="2573" y="962"/>
                    <a:pt x="2537" y="950"/>
                    <a:pt x="2501" y="950"/>
                  </a:cubicBezTo>
                  <a:cubicBezTo>
                    <a:pt x="2465" y="950"/>
                    <a:pt x="2430" y="962"/>
                    <a:pt x="2406" y="986"/>
                  </a:cubicBezTo>
                  <a:lnTo>
                    <a:pt x="1811" y="1629"/>
                  </a:lnTo>
                  <a:lnTo>
                    <a:pt x="1096" y="1367"/>
                  </a:lnTo>
                  <a:cubicBezTo>
                    <a:pt x="1084" y="1355"/>
                    <a:pt x="1066" y="1349"/>
                    <a:pt x="1045" y="1349"/>
                  </a:cubicBezTo>
                  <a:cubicBezTo>
                    <a:pt x="1025" y="1349"/>
                    <a:pt x="1001" y="1355"/>
                    <a:pt x="977" y="1367"/>
                  </a:cubicBezTo>
                  <a:lnTo>
                    <a:pt x="286" y="1772"/>
                  </a:lnTo>
                  <a:lnTo>
                    <a:pt x="286" y="462"/>
                  </a:lnTo>
                  <a:cubicBezTo>
                    <a:pt x="286" y="391"/>
                    <a:pt x="239" y="319"/>
                    <a:pt x="144" y="319"/>
                  </a:cubicBezTo>
                  <a:cubicBezTo>
                    <a:pt x="72" y="319"/>
                    <a:pt x="1" y="391"/>
                    <a:pt x="1" y="462"/>
                  </a:cubicBezTo>
                  <a:lnTo>
                    <a:pt x="1" y="3153"/>
                  </a:lnTo>
                  <a:cubicBezTo>
                    <a:pt x="1" y="3225"/>
                    <a:pt x="72" y="3296"/>
                    <a:pt x="144" y="3296"/>
                  </a:cubicBezTo>
                  <a:lnTo>
                    <a:pt x="4121" y="3296"/>
                  </a:lnTo>
                  <a:cubicBezTo>
                    <a:pt x="4192" y="3296"/>
                    <a:pt x="4263" y="3225"/>
                    <a:pt x="4263" y="3153"/>
                  </a:cubicBezTo>
                  <a:cubicBezTo>
                    <a:pt x="4263" y="3082"/>
                    <a:pt x="4216" y="3010"/>
                    <a:pt x="4121" y="3010"/>
                  </a:cubicBezTo>
                  <a:lnTo>
                    <a:pt x="4049" y="3010"/>
                  </a:lnTo>
                  <a:lnTo>
                    <a:pt x="4049" y="2200"/>
                  </a:lnTo>
                  <a:cubicBezTo>
                    <a:pt x="4049" y="2105"/>
                    <a:pt x="3978" y="2034"/>
                    <a:pt x="3906" y="2034"/>
                  </a:cubicBezTo>
                  <a:cubicBezTo>
                    <a:pt x="3811" y="2034"/>
                    <a:pt x="3739" y="2105"/>
                    <a:pt x="3739" y="2200"/>
                  </a:cubicBezTo>
                  <a:lnTo>
                    <a:pt x="3739" y="3010"/>
                  </a:lnTo>
                  <a:lnTo>
                    <a:pt x="3382" y="3010"/>
                  </a:lnTo>
                  <a:lnTo>
                    <a:pt x="3382" y="2891"/>
                  </a:lnTo>
                  <a:cubicBezTo>
                    <a:pt x="3382" y="2820"/>
                    <a:pt x="3311" y="2748"/>
                    <a:pt x="3239" y="2748"/>
                  </a:cubicBezTo>
                  <a:cubicBezTo>
                    <a:pt x="3144" y="2748"/>
                    <a:pt x="3073" y="2796"/>
                    <a:pt x="3073" y="2891"/>
                  </a:cubicBezTo>
                  <a:lnTo>
                    <a:pt x="3073" y="3010"/>
                  </a:lnTo>
                  <a:lnTo>
                    <a:pt x="2573" y="3010"/>
                  </a:lnTo>
                  <a:lnTo>
                    <a:pt x="2573" y="2891"/>
                  </a:lnTo>
                  <a:cubicBezTo>
                    <a:pt x="2573" y="2820"/>
                    <a:pt x="2525" y="2748"/>
                    <a:pt x="2430" y="2748"/>
                  </a:cubicBezTo>
                  <a:cubicBezTo>
                    <a:pt x="2358" y="2748"/>
                    <a:pt x="2287" y="2796"/>
                    <a:pt x="2287" y="2891"/>
                  </a:cubicBezTo>
                  <a:lnTo>
                    <a:pt x="2287" y="3010"/>
                  </a:lnTo>
                  <a:lnTo>
                    <a:pt x="1787" y="3010"/>
                  </a:lnTo>
                  <a:lnTo>
                    <a:pt x="1787" y="2891"/>
                  </a:lnTo>
                  <a:cubicBezTo>
                    <a:pt x="1787" y="2820"/>
                    <a:pt x="1715" y="2748"/>
                    <a:pt x="1644" y="2748"/>
                  </a:cubicBezTo>
                  <a:cubicBezTo>
                    <a:pt x="1549" y="2748"/>
                    <a:pt x="1501" y="2796"/>
                    <a:pt x="1501" y="2891"/>
                  </a:cubicBezTo>
                  <a:lnTo>
                    <a:pt x="1501" y="3010"/>
                  </a:lnTo>
                  <a:lnTo>
                    <a:pt x="1001" y="3010"/>
                  </a:lnTo>
                  <a:lnTo>
                    <a:pt x="1001" y="2891"/>
                  </a:lnTo>
                  <a:cubicBezTo>
                    <a:pt x="1001" y="2820"/>
                    <a:pt x="929" y="2748"/>
                    <a:pt x="834" y="2748"/>
                  </a:cubicBezTo>
                  <a:cubicBezTo>
                    <a:pt x="763" y="2748"/>
                    <a:pt x="691" y="2796"/>
                    <a:pt x="691" y="2891"/>
                  </a:cubicBezTo>
                  <a:lnTo>
                    <a:pt x="691" y="3010"/>
                  </a:lnTo>
                  <a:lnTo>
                    <a:pt x="286" y="3010"/>
                  </a:lnTo>
                  <a:lnTo>
                    <a:pt x="286" y="2105"/>
                  </a:lnTo>
                  <a:lnTo>
                    <a:pt x="1048" y="1653"/>
                  </a:lnTo>
                  <a:lnTo>
                    <a:pt x="1811" y="1962"/>
                  </a:lnTo>
                  <a:cubicBezTo>
                    <a:pt x="1823" y="1969"/>
                    <a:pt x="1838" y="1972"/>
                    <a:pt x="1853" y="1972"/>
                  </a:cubicBezTo>
                  <a:cubicBezTo>
                    <a:pt x="1893" y="1972"/>
                    <a:pt x="1936" y="1950"/>
                    <a:pt x="1953" y="1915"/>
                  </a:cubicBezTo>
                  <a:lnTo>
                    <a:pt x="2525" y="1296"/>
                  </a:lnTo>
                  <a:lnTo>
                    <a:pt x="2763" y="1486"/>
                  </a:lnTo>
                  <a:cubicBezTo>
                    <a:pt x="2795" y="1518"/>
                    <a:pt x="2828" y="1531"/>
                    <a:pt x="2860" y="1531"/>
                  </a:cubicBezTo>
                  <a:cubicBezTo>
                    <a:pt x="2899" y="1531"/>
                    <a:pt x="2938" y="1512"/>
                    <a:pt x="2977" y="1486"/>
                  </a:cubicBezTo>
                  <a:lnTo>
                    <a:pt x="3739" y="557"/>
                  </a:lnTo>
                  <a:lnTo>
                    <a:pt x="3739" y="1534"/>
                  </a:lnTo>
                  <a:cubicBezTo>
                    <a:pt x="3739" y="1629"/>
                    <a:pt x="3811" y="1677"/>
                    <a:pt x="3882" y="1677"/>
                  </a:cubicBezTo>
                  <a:cubicBezTo>
                    <a:pt x="3978" y="1677"/>
                    <a:pt x="4049" y="1629"/>
                    <a:pt x="4049" y="1534"/>
                  </a:cubicBezTo>
                  <a:lnTo>
                    <a:pt x="4049" y="152"/>
                  </a:lnTo>
                  <a:cubicBezTo>
                    <a:pt x="4049" y="81"/>
                    <a:pt x="4001" y="33"/>
                    <a:pt x="3954" y="10"/>
                  </a:cubicBezTo>
                  <a:cubicBezTo>
                    <a:pt x="3935" y="3"/>
                    <a:pt x="3916" y="0"/>
                    <a:pt x="389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34" name="Google Shape;434;p35"/>
            <p:cNvSpPr/>
            <p:nvPr/>
          </p:nvSpPr>
          <p:spPr>
            <a:xfrm>
              <a:off x="3451433" y="2319276"/>
              <a:ext cx="9655" cy="13966"/>
            </a:xfrm>
            <a:custGeom>
              <a:rect b="b" l="l" r="r" t="t"/>
              <a:pathLst>
                <a:path extrusionOk="0" h="406" w="287">
                  <a:moveTo>
                    <a:pt x="143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262"/>
                  </a:lnTo>
                  <a:cubicBezTo>
                    <a:pt x="1" y="358"/>
                    <a:pt x="72" y="405"/>
                    <a:pt x="143" y="405"/>
                  </a:cubicBezTo>
                  <a:cubicBezTo>
                    <a:pt x="239" y="405"/>
                    <a:pt x="286" y="358"/>
                    <a:pt x="286" y="262"/>
                  </a:cubicBezTo>
                  <a:lnTo>
                    <a:pt x="286" y="167"/>
                  </a:lnTo>
                  <a:cubicBezTo>
                    <a:pt x="286" y="72"/>
                    <a:pt x="239" y="0"/>
                    <a:pt x="14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35" name="Google Shape;435;p35"/>
            <p:cNvSpPr/>
            <p:nvPr/>
          </p:nvSpPr>
          <p:spPr>
            <a:xfrm>
              <a:off x="3500312" y="2305344"/>
              <a:ext cx="10428" cy="13966"/>
            </a:xfrm>
            <a:custGeom>
              <a:rect b="b" l="l" r="r" t="t"/>
              <a:pathLst>
                <a:path extrusionOk="0" h="406" w="31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lnTo>
                    <a:pt x="0" y="262"/>
                  </a:lnTo>
                  <a:cubicBezTo>
                    <a:pt x="0" y="334"/>
                    <a:pt x="72" y="405"/>
                    <a:pt x="143" y="405"/>
                  </a:cubicBezTo>
                  <a:cubicBezTo>
                    <a:pt x="238" y="405"/>
                    <a:pt x="310" y="334"/>
                    <a:pt x="310" y="262"/>
                  </a:cubicBezTo>
                  <a:lnTo>
                    <a:pt x="310" y="143"/>
                  </a:lnTo>
                  <a:cubicBezTo>
                    <a:pt x="310" y="72"/>
                    <a:pt x="238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36" name="Google Shape;436;p35"/>
            <p:cNvSpPr/>
            <p:nvPr/>
          </p:nvSpPr>
          <p:spPr>
            <a:xfrm>
              <a:off x="3546769" y="2275038"/>
              <a:ext cx="10462" cy="13966"/>
            </a:xfrm>
            <a:custGeom>
              <a:rect b="b" l="l" r="r" t="t"/>
              <a:pathLst>
                <a:path extrusionOk="0" h="406" w="311">
                  <a:moveTo>
                    <a:pt x="167" y="0"/>
                  </a:moveTo>
                  <a:cubicBezTo>
                    <a:pt x="72" y="0"/>
                    <a:pt x="0" y="48"/>
                    <a:pt x="0" y="143"/>
                  </a:cubicBezTo>
                  <a:lnTo>
                    <a:pt x="0" y="239"/>
                  </a:lnTo>
                  <a:cubicBezTo>
                    <a:pt x="0" y="334"/>
                    <a:pt x="72" y="405"/>
                    <a:pt x="167" y="405"/>
                  </a:cubicBezTo>
                  <a:cubicBezTo>
                    <a:pt x="239" y="405"/>
                    <a:pt x="310" y="334"/>
                    <a:pt x="310" y="239"/>
                  </a:cubicBezTo>
                  <a:lnTo>
                    <a:pt x="310" y="143"/>
                  </a:lnTo>
                  <a:cubicBezTo>
                    <a:pt x="310" y="48"/>
                    <a:pt x="239" y="0"/>
                    <a:pt x="16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37" name="Google Shape;437;p35"/>
            <p:cNvSpPr/>
            <p:nvPr/>
          </p:nvSpPr>
          <p:spPr>
            <a:xfrm>
              <a:off x="3420989" y="2260280"/>
              <a:ext cx="27282" cy="9873"/>
            </a:xfrm>
            <a:custGeom>
              <a:rect b="b" l="l" r="r" t="t"/>
              <a:pathLst>
                <a:path extrusionOk="0" h="287" w="811">
                  <a:moveTo>
                    <a:pt x="144" y="1"/>
                  </a:moveTo>
                  <a:cubicBezTo>
                    <a:pt x="72" y="1"/>
                    <a:pt x="1" y="72"/>
                    <a:pt x="1" y="144"/>
                  </a:cubicBezTo>
                  <a:cubicBezTo>
                    <a:pt x="1" y="239"/>
                    <a:pt x="72" y="287"/>
                    <a:pt x="144" y="287"/>
                  </a:cubicBezTo>
                  <a:lnTo>
                    <a:pt x="667" y="287"/>
                  </a:lnTo>
                  <a:cubicBezTo>
                    <a:pt x="739" y="287"/>
                    <a:pt x="810" y="239"/>
                    <a:pt x="810" y="144"/>
                  </a:cubicBezTo>
                  <a:cubicBezTo>
                    <a:pt x="810" y="72"/>
                    <a:pt x="739" y="1"/>
                    <a:pt x="6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38" name="Google Shape;438;p35"/>
            <p:cNvSpPr/>
            <p:nvPr/>
          </p:nvSpPr>
          <p:spPr>
            <a:xfrm>
              <a:off x="3420989" y="2279131"/>
              <a:ext cx="47298" cy="10698"/>
            </a:xfrm>
            <a:custGeom>
              <a:rect b="b" l="l" r="r" t="t"/>
              <a:pathLst>
                <a:path extrusionOk="0" h="311" w="1406">
                  <a:moveTo>
                    <a:pt x="144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9"/>
                    <a:pt x="72" y="310"/>
                    <a:pt x="144" y="310"/>
                  </a:cubicBezTo>
                  <a:lnTo>
                    <a:pt x="1239" y="310"/>
                  </a:lnTo>
                  <a:cubicBezTo>
                    <a:pt x="1334" y="310"/>
                    <a:pt x="1406" y="239"/>
                    <a:pt x="1406" y="143"/>
                  </a:cubicBezTo>
                  <a:cubicBezTo>
                    <a:pt x="1406" y="72"/>
                    <a:pt x="1334" y="0"/>
                    <a:pt x="123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39" name="Google Shape;439;p35"/>
            <p:cNvSpPr/>
            <p:nvPr/>
          </p:nvSpPr>
          <p:spPr>
            <a:xfrm>
              <a:off x="3640490" y="2276689"/>
              <a:ext cx="31285" cy="54077"/>
            </a:xfrm>
            <a:custGeom>
              <a:rect b="b" l="l" r="r" t="t"/>
              <a:pathLst>
                <a:path extrusionOk="0" h="1572" w="930">
                  <a:moveTo>
                    <a:pt x="453" y="0"/>
                  </a:moveTo>
                  <a:cubicBezTo>
                    <a:pt x="382" y="0"/>
                    <a:pt x="310" y="48"/>
                    <a:pt x="310" y="143"/>
                  </a:cubicBezTo>
                  <a:lnTo>
                    <a:pt x="310" y="167"/>
                  </a:lnTo>
                  <a:cubicBezTo>
                    <a:pt x="144" y="214"/>
                    <a:pt x="1" y="357"/>
                    <a:pt x="1" y="548"/>
                  </a:cubicBezTo>
                  <a:cubicBezTo>
                    <a:pt x="1" y="762"/>
                    <a:pt x="167" y="929"/>
                    <a:pt x="382" y="929"/>
                  </a:cubicBezTo>
                  <a:lnTo>
                    <a:pt x="525" y="929"/>
                  </a:lnTo>
                  <a:cubicBezTo>
                    <a:pt x="572" y="929"/>
                    <a:pt x="620" y="976"/>
                    <a:pt x="620" y="1024"/>
                  </a:cubicBezTo>
                  <a:cubicBezTo>
                    <a:pt x="620" y="1072"/>
                    <a:pt x="572" y="1119"/>
                    <a:pt x="525" y="1119"/>
                  </a:cubicBezTo>
                  <a:lnTo>
                    <a:pt x="382" y="1119"/>
                  </a:lnTo>
                  <a:cubicBezTo>
                    <a:pt x="358" y="1119"/>
                    <a:pt x="310" y="1095"/>
                    <a:pt x="310" y="1048"/>
                  </a:cubicBezTo>
                  <a:cubicBezTo>
                    <a:pt x="293" y="994"/>
                    <a:pt x="234" y="967"/>
                    <a:pt x="176" y="967"/>
                  </a:cubicBezTo>
                  <a:cubicBezTo>
                    <a:pt x="157" y="967"/>
                    <a:pt x="138" y="970"/>
                    <a:pt x="120" y="976"/>
                  </a:cubicBezTo>
                  <a:cubicBezTo>
                    <a:pt x="48" y="1024"/>
                    <a:pt x="1" y="1095"/>
                    <a:pt x="48" y="1167"/>
                  </a:cubicBezTo>
                  <a:cubicBezTo>
                    <a:pt x="96" y="1286"/>
                    <a:pt x="191" y="1381"/>
                    <a:pt x="310" y="1405"/>
                  </a:cubicBezTo>
                  <a:cubicBezTo>
                    <a:pt x="310" y="1500"/>
                    <a:pt x="382" y="1572"/>
                    <a:pt x="453" y="1572"/>
                  </a:cubicBezTo>
                  <a:cubicBezTo>
                    <a:pt x="549" y="1572"/>
                    <a:pt x="620" y="1500"/>
                    <a:pt x="620" y="1405"/>
                  </a:cubicBezTo>
                  <a:cubicBezTo>
                    <a:pt x="787" y="1357"/>
                    <a:pt x="930" y="1215"/>
                    <a:pt x="930" y="1024"/>
                  </a:cubicBezTo>
                  <a:cubicBezTo>
                    <a:pt x="930" y="810"/>
                    <a:pt x="739" y="643"/>
                    <a:pt x="525" y="643"/>
                  </a:cubicBezTo>
                  <a:lnTo>
                    <a:pt x="382" y="643"/>
                  </a:lnTo>
                  <a:cubicBezTo>
                    <a:pt x="334" y="643"/>
                    <a:pt x="310" y="595"/>
                    <a:pt x="310" y="548"/>
                  </a:cubicBezTo>
                  <a:cubicBezTo>
                    <a:pt x="310" y="500"/>
                    <a:pt x="334" y="453"/>
                    <a:pt x="382" y="453"/>
                  </a:cubicBezTo>
                  <a:lnTo>
                    <a:pt x="525" y="453"/>
                  </a:lnTo>
                  <a:cubicBezTo>
                    <a:pt x="572" y="453"/>
                    <a:pt x="596" y="476"/>
                    <a:pt x="620" y="500"/>
                  </a:cubicBezTo>
                  <a:cubicBezTo>
                    <a:pt x="635" y="546"/>
                    <a:pt x="681" y="573"/>
                    <a:pt x="730" y="573"/>
                  </a:cubicBezTo>
                  <a:cubicBezTo>
                    <a:pt x="757" y="573"/>
                    <a:pt x="785" y="565"/>
                    <a:pt x="810" y="548"/>
                  </a:cubicBezTo>
                  <a:cubicBezTo>
                    <a:pt x="882" y="500"/>
                    <a:pt x="906" y="405"/>
                    <a:pt x="858" y="333"/>
                  </a:cubicBezTo>
                  <a:cubicBezTo>
                    <a:pt x="787" y="238"/>
                    <a:pt x="715" y="191"/>
                    <a:pt x="620" y="167"/>
                  </a:cubicBezTo>
                  <a:lnTo>
                    <a:pt x="620" y="143"/>
                  </a:lnTo>
                  <a:cubicBezTo>
                    <a:pt x="620" y="48"/>
                    <a:pt x="549" y="0"/>
                    <a:pt x="45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40" name="Google Shape;440;p35"/>
            <p:cNvSpPr/>
            <p:nvPr/>
          </p:nvSpPr>
          <p:spPr>
            <a:xfrm>
              <a:off x="3614049" y="2260280"/>
              <a:ext cx="84167" cy="86069"/>
            </a:xfrm>
            <a:custGeom>
              <a:rect b="b" l="l" r="r" t="t"/>
              <a:pathLst>
                <a:path extrusionOk="0" h="2502" w="2502">
                  <a:moveTo>
                    <a:pt x="1239" y="287"/>
                  </a:moveTo>
                  <a:cubicBezTo>
                    <a:pt x="1763" y="287"/>
                    <a:pt x="2216" y="715"/>
                    <a:pt x="2216" y="1263"/>
                  </a:cubicBezTo>
                  <a:cubicBezTo>
                    <a:pt x="2216" y="1787"/>
                    <a:pt x="1787" y="2215"/>
                    <a:pt x="1239" y="2215"/>
                  </a:cubicBezTo>
                  <a:cubicBezTo>
                    <a:pt x="715" y="2215"/>
                    <a:pt x="287" y="1787"/>
                    <a:pt x="287" y="1263"/>
                  </a:cubicBezTo>
                  <a:cubicBezTo>
                    <a:pt x="287" y="715"/>
                    <a:pt x="715" y="287"/>
                    <a:pt x="1239" y="287"/>
                  </a:cubicBezTo>
                  <a:close/>
                  <a:moveTo>
                    <a:pt x="1239" y="1"/>
                  </a:moveTo>
                  <a:cubicBezTo>
                    <a:pt x="549" y="1"/>
                    <a:pt x="1" y="548"/>
                    <a:pt x="1" y="1239"/>
                  </a:cubicBezTo>
                  <a:cubicBezTo>
                    <a:pt x="1" y="1954"/>
                    <a:pt x="549" y="2501"/>
                    <a:pt x="1239" y="2501"/>
                  </a:cubicBezTo>
                  <a:cubicBezTo>
                    <a:pt x="1930" y="2501"/>
                    <a:pt x="2501" y="1954"/>
                    <a:pt x="2501" y="1239"/>
                  </a:cubicBezTo>
                  <a:cubicBezTo>
                    <a:pt x="2501" y="572"/>
                    <a:pt x="1930" y="1"/>
                    <a:pt x="123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41" name="Google Shape;441;p35"/>
            <p:cNvSpPr/>
            <p:nvPr/>
          </p:nvSpPr>
          <p:spPr>
            <a:xfrm>
              <a:off x="3610046" y="2358595"/>
              <a:ext cx="45717" cy="10698"/>
            </a:xfrm>
            <a:custGeom>
              <a:rect b="b" l="l" r="r" t="t"/>
              <a:pathLst>
                <a:path extrusionOk="0" h="311" w="1359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1215" y="310"/>
                  </a:lnTo>
                  <a:cubicBezTo>
                    <a:pt x="1287" y="310"/>
                    <a:pt x="1358" y="239"/>
                    <a:pt x="1358" y="143"/>
                  </a:cubicBezTo>
                  <a:cubicBezTo>
                    <a:pt x="1358" y="72"/>
                    <a:pt x="1311" y="0"/>
                    <a:pt x="1215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42" name="Google Shape;442;p35"/>
            <p:cNvSpPr/>
            <p:nvPr/>
          </p:nvSpPr>
          <p:spPr>
            <a:xfrm>
              <a:off x="3671742" y="2379063"/>
              <a:ext cx="25667" cy="9873"/>
            </a:xfrm>
            <a:custGeom>
              <a:rect b="b" l="l" r="r" t="t"/>
              <a:pathLst>
                <a:path extrusionOk="0" h="287" w="763">
                  <a:moveTo>
                    <a:pt x="143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3" y="287"/>
                  </a:cubicBezTo>
                  <a:lnTo>
                    <a:pt x="596" y="287"/>
                  </a:lnTo>
                  <a:cubicBezTo>
                    <a:pt x="691" y="287"/>
                    <a:pt x="763" y="215"/>
                    <a:pt x="763" y="144"/>
                  </a:cubicBezTo>
                  <a:cubicBezTo>
                    <a:pt x="763" y="72"/>
                    <a:pt x="691" y="1"/>
                    <a:pt x="59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43" name="Google Shape;443;p35"/>
            <p:cNvSpPr/>
            <p:nvPr/>
          </p:nvSpPr>
          <p:spPr>
            <a:xfrm>
              <a:off x="3610046" y="2379063"/>
              <a:ext cx="28897" cy="9873"/>
            </a:xfrm>
            <a:custGeom>
              <a:rect b="b" l="l" r="r" t="t"/>
              <a:pathLst>
                <a:path extrusionOk="0" h="287" w="859">
                  <a:moveTo>
                    <a:pt x="144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4" y="287"/>
                  </a:cubicBezTo>
                  <a:lnTo>
                    <a:pt x="715" y="287"/>
                  </a:lnTo>
                  <a:cubicBezTo>
                    <a:pt x="787" y="287"/>
                    <a:pt x="858" y="215"/>
                    <a:pt x="858" y="144"/>
                  </a:cubicBezTo>
                  <a:cubicBezTo>
                    <a:pt x="858" y="72"/>
                    <a:pt x="811" y="1"/>
                    <a:pt x="7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44" name="Google Shape;444;p35"/>
            <p:cNvSpPr/>
            <p:nvPr/>
          </p:nvSpPr>
          <p:spPr>
            <a:xfrm>
              <a:off x="3646108" y="2379063"/>
              <a:ext cx="19276" cy="9873"/>
            </a:xfrm>
            <a:custGeom>
              <a:rect b="b" l="l" r="r" t="t"/>
              <a:pathLst>
                <a:path extrusionOk="0" h="287" w="573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429" y="287"/>
                  </a:lnTo>
                  <a:cubicBezTo>
                    <a:pt x="501" y="287"/>
                    <a:pt x="572" y="215"/>
                    <a:pt x="572" y="144"/>
                  </a:cubicBezTo>
                  <a:cubicBezTo>
                    <a:pt x="572" y="72"/>
                    <a:pt x="501" y="1"/>
                    <a:pt x="42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45" name="Google Shape;445;p35"/>
            <p:cNvSpPr/>
            <p:nvPr/>
          </p:nvSpPr>
          <p:spPr>
            <a:xfrm>
              <a:off x="3610046" y="2398740"/>
              <a:ext cx="86556" cy="10664"/>
            </a:xfrm>
            <a:custGeom>
              <a:rect b="b" l="l" r="r" t="t"/>
              <a:pathLst>
                <a:path extrusionOk="0" h="310" w="2573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2430" y="310"/>
                  </a:lnTo>
                  <a:cubicBezTo>
                    <a:pt x="2525" y="310"/>
                    <a:pt x="2573" y="239"/>
                    <a:pt x="2573" y="143"/>
                  </a:cubicBezTo>
                  <a:cubicBezTo>
                    <a:pt x="2573" y="72"/>
                    <a:pt x="2525" y="0"/>
                    <a:pt x="2430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446" name="Google Shape;446;p35"/>
          <p:cNvSpPr txBox="1"/>
          <p:nvPr>
            <p:ph type="title"/>
          </p:nvPr>
        </p:nvSpPr>
        <p:spPr>
          <a:xfrm>
            <a:off x="525817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96"/>
              <a:buFont typeface="Montserrat"/>
              <a:buNone/>
            </a:pPr>
            <a:r>
              <a:rPr b="1" lang="ru-RU" sz="1997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rPr>
              <a:t>РЕШЕНИЕ</a:t>
            </a:r>
            <a:endParaRPr/>
          </a:p>
        </p:txBody>
      </p:sp>
      <p:pic>
        <p:nvPicPr>
          <p:cNvPr descr="image.png" id="447" name="Google Shape;447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5989320"/>
            <a:ext cx="1038885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36"/>
          <p:cNvSpPr/>
          <p:nvPr/>
        </p:nvSpPr>
        <p:spPr>
          <a:xfrm>
            <a:off x="2255520" y="2926080"/>
            <a:ext cx="7680960" cy="2651760"/>
          </a:xfrm>
          <a:prstGeom prst="roundRect">
            <a:avLst>
              <a:gd fmla="val 515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3" name="Google Shape;453;p36"/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fmla="val 1870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4" name="Google Shape;454;p36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>
                <a:solidFill>
                  <a:schemeClr val="accent5"/>
                </a:solidFill>
              </a:rPr>
              <a:t>‹#›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455" name="Google Shape;455;p36"/>
          <p:cNvSpPr/>
          <p:nvPr>
            <p:ph idx="1" type="body"/>
          </p:nvPr>
        </p:nvSpPr>
        <p:spPr>
          <a:xfrm>
            <a:off x="2712720" y="2926080"/>
            <a:ext cx="6766560" cy="265176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500"/>
              <a:buNone/>
            </a:pPr>
            <a:r>
              <a:rPr b="1" lang="ru-RU" sz="3200">
                <a:solidFill>
                  <a:srgbClr val="2E124A"/>
                </a:solidFill>
              </a:rPr>
              <a:t>Видно, кто готов к смене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ctr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SzPts val="1400"/>
              <a:buNone/>
            </a:pPr>
            <a:r>
              <a:rPr b="0" lang="ru-RU" sz="1700">
                <a:solidFill>
                  <a:srgbClr val="2E124A"/>
                </a:solidFill>
              </a:rPr>
              <a:t>Проверяет каждый шаг, объясняет каждый балл словами памятки и даёт прогноз к аттестации.</a:t>
            </a:r>
            <a:endParaRPr/>
          </a:p>
        </p:txBody>
      </p:sp>
      <p:sp>
        <p:nvSpPr>
          <p:cNvPr id="456" name="Google Shape;456;p36"/>
          <p:cNvSpPr txBox="1"/>
          <p:nvPr>
            <p:ph type="title"/>
          </p:nvPr>
        </p:nvSpPr>
        <p:spPr>
          <a:xfrm>
            <a:off x="525817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96"/>
              <a:buFont typeface="Montserrat"/>
              <a:buNone/>
            </a:pPr>
            <a:r>
              <a:rPr b="1" lang="ru-RU" sz="1997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rPr>
              <a:t>РЕШЕНИЕ</a:t>
            </a:r>
            <a:endParaRPr/>
          </a:p>
        </p:txBody>
      </p:sp>
      <p:pic>
        <p:nvPicPr>
          <p:cNvPr descr="image.png" id="457" name="Google Shape;457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5989320"/>
            <a:ext cx="1038885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6"/>
          <p:cNvSpPr/>
          <p:nvPr/>
        </p:nvSpPr>
        <p:spPr>
          <a:xfrm>
            <a:off x="5340096" y="1396603"/>
            <a:ext cx="1504594" cy="1401168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chemeClr val="accent1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459" name="Google Shape;459;p36"/>
          <p:cNvGrpSpPr/>
          <p:nvPr/>
        </p:nvGrpSpPr>
        <p:grpSpPr>
          <a:xfrm>
            <a:off x="5760410" y="1749715"/>
            <a:ext cx="738604" cy="694944"/>
            <a:chOff x="4754041" y="2231625"/>
            <a:chExt cx="340538" cy="322810"/>
          </a:xfrm>
        </p:grpSpPr>
        <p:sp>
          <p:nvSpPr>
            <p:cNvPr id="460" name="Google Shape;460;p36"/>
            <p:cNvSpPr/>
            <p:nvPr/>
          </p:nvSpPr>
          <p:spPr>
            <a:xfrm>
              <a:off x="4754041" y="2231625"/>
              <a:ext cx="340538" cy="322810"/>
            </a:xfrm>
            <a:custGeom>
              <a:rect b="b" l="l" r="r" t="t"/>
              <a:pathLst>
                <a:path extrusionOk="0" h="9384" w="10123">
                  <a:moveTo>
                    <a:pt x="5073" y="8550"/>
                  </a:moveTo>
                  <a:cubicBezTo>
                    <a:pt x="5216" y="8550"/>
                    <a:pt x="5335" y="8669"/>
                    <a:pt x="5335" y="8812"/>
                  </a:cubicBezTo>
                  <a:cubicBezTo>
                    <a:pt x="5335" y="8954"/>
                    <a:pt x="5216" y="9097"/>
                    <a:pt x="5073" y="9097"/>
                  </a:cubicBezTo>
                  <a:cubicBezTo>
                    <a:pt x="4907" y="9097"/>
                    <a:pt x="4788" y="8954"/>
                    <a:pt x="4788" y="8812"/>
                  </a:cubicBezTo>
                  <a:cubicBezTo>
                    <a:pt x="4788" y="8669"/>
                    <a:pt x="4907" y="8550"/>
                    <a:pt x="5073" y="8550"/>
                  </a:cubicBezTo>
                  <a:close/>
                  <a:moveTo>
                    <a:pt x="358" y="0"/>
                  </a:moveTo>
                  <a:cubicBezTo>
                    <a:pt x="168" y="0"/>
                    <a:pt x="1" y="167"/>
                    <a:pt x="1" y="357"/>
                  </a:cubicBezTo>
                  <a:lnTo>
                    <a:pt x="1" y="953"/>
                  </a:lnTo>
                  <a:cubicBezTo>
                    <a:pt x="1" y="1143"/>
                    <a:pt x="144" y="1286"/>
                    <a:pt x="334" y="1286"/>
                  </a:cubicBezTo>
                  <a:lnTo>
                    <a:pt x="334" y="5168"/>
                  </a:lnTo>
                  <a:cubicBezTo>
                    <a:pt x="334" y="5239"/>
                    <a:pt x="406" y="5311"/>
                    <a:pt x="477" y="5311"/>
                  </a:cubicBezTo>
                  <a:cubicBezTo>
                    <a:pt x="572" y="5311"/>
                    <a:pt x="644" y="5263"/>
                    <a:pt x="644" y="5168"/>
                  </a:cubicBezTo>
                  <a:lnTo>
                    <a:pt x="644" y="1286"/>
                  </a:lnTo>
                  <a:lnTo>
                    <a:pt x="7741" y="1286"/>
                  </a:lnTo>
                  <a:cubicBezTo>
                    <a:pt x="7812" y="1286"/>
                    <a:pt x="7884" y="1239"/>
                    <a:pt x="7884" y="1143"/>
                  </a:cubicBezTo>
                  <a:cubicBezTo>
                    <a:pt x="7884" y="1072"/>
                    <a:pt x="7812" y="1000"/>
                    <a:pt x="7741" y="1000"/>
                  </a:cubicBezTo>
                  <a:lnTo>
                    <a:pt x="358" y="1000"/>
                  </a:lnTo>
                  <a:cubicBezTo>
                    <a:pt x="334" y="1000"/>
                    <a:pt x="311" y="977"/>
                    <a:pt x="311" y="953"/>
                  </a:cubicBezTo>
                  <a:lnTo>
                    <a:pt x="311" y="357"/>
                  </a:lnTo>
                  <a:cubicBezTo>
                    <a:pt x="311" y="310"/>
                    <a:pt x="334" y="286"/>
                    <a:pt x="358" y="286"/>
                  </a:cubicBezTo>
                  <a:lnTo>
                    <a:pt x="9789" y="286"/>
                  </a:lnTo>
                  <a:cubicBezTo>
                    <a:pt x="9812" y="286"/>
                    <a:pt x="9836" y="334"/>
                    <a:pt x="9836" y="357"/>
                  </a:cubicBezTo>
                  <a:lnTo>
                    <a:pt x="9836" y="953"/>
                  </a:lnTo>
                  <a:cubicBezTo>
                    <a:pt x="9836" y="977"/>
                    <a:pt x="9812" y="1000"/>
                    <a:pt x="9789" y="1000"/>
                  </a:cubicBezTo>
                  <a:lnTo>
                    <a:pt x="8407" y="1000"/>
                  </a:lnTo>
                  <a:cubicBezTo>
                    <a:pt x="8312" y="1000"/>
                    <a:pt x="8241" y="1072"/>
                    <a:pt x="8241" y="1143"/>
                  </a:cubicBezTo>
                  <a:cubicBezTo>
                    <a:pt x="8241" y="1239"/>
                    <a:pt x="8312" y="1286"/>
                    <a:pt x="8407" y="1286"/>
                  </a:cubicBezTo>
                  <a:lnTo>
                    <a:pt x="9503" y="1286"/>
                  </a:lnTo>
                  <a:lnTo>
                    <a:pt x="9503" y="7335"/>
                  </a:lnTo>
                  <a:cubicBezTo>
                    <a:pt x="9503" y="7359"/>
                    <a:pt x="9479" y="7383"/>
                    <a:pt x="9455" y="7383"/>
                  </a:cubicBezTo>
                  <a:lnTo>
                    <a:pt x="692" y="7383"/>
                  </a:lnTo>
                  <a:cubicBezTo>
                    <a:pt x="668" y="7383"/>
                    <a:pt x="644" y="7359"/>
                    <a:pt x="644" y="7335"/>
                  </a:cubicBezTo>
                  <a:lnTo>
                    <a:pt x="644" y="5835"/>
                  </a:lnTo>
                  <a:cubicBezTo>
                    <a:pt x="644" y="5740"/>
                    <a:pt x="572" y="5692"/>
                    <a:pt x="477" y="5692"/>
                  </a:cubicBezTo>
                  <a:cubicBezTo>
                    <a:pt x="406" y="5692"/>
                    <a:pt x="334" y="5740"/>
                    <a:pt x="334" y="5835"/>
                  </a:cubicBezTo>
                  <a:lnTo>
                    <a:pt x="334" y="7335"/>
                  </a:lnTo>
                  <a:cubicBezTo>
                    <a:pt x="334" y="7526"/>
                    <a:pt x="501" y="7668"/>
                    <a:pt x="692" y="7668"/>
                  </a:cubicBezTo>
                  <a:lnTo>
                    <a:pt x="4907" y="7668"/>
                  </a:lnTo>
                  <a:lnTo>
                    <a:pt x="4907" y="8264"/>
                  </a:lnTo>
                  <a:cubicBezTo>
                    <a:pt x="4669" y="8335"/>
                    <a:pt x="4502" y="8550"/>
                    <a:pt x="4502" y="8812"/>
                  </a:cubicBezTo>
                  <a:cubicBezTo>
                    <a:pt x="4502" y="9121"/>
                    <a:pt x="4740" y="9383"/>
                    <a:pt x="5073" y="9383"/>
                  </a:cubicBezTo>
                  <a:cubicBezTo>
                    <a:pt x="5383" y="9383"/>
                    <a:pt x="5621" y="9121"/>
                    <a:pt x="5621" y="8812"/>
                  </a:cubicBezTo>
                  <a:cubicBezTo>
                    <a:pt x="5621" y="8550"/>
                    <a:pt x="5454" y="8335"/>
                    <a:pt x="5216" y="8264"/>
                  </a:cubicBezTo>
                  <a:lnTo>
                    <a:pt x="5216" y="7668"/>
                  </a:lnTo>
                  <a:lnTo>
                    <a:pt x="9431" y="7668"/>
                  </a:lnTo>
                  <a:cubicBezTo>
                    <a:pt x="9622" y="7668"/>
                    <a:pt x="9789" y="7526"/>
                    <a:pt x="9789" y="7335"/>
                  </a:cubicBezTo>
                  <a:lnTo>
                    <a:pt x="9789" y="1286"/>
                  </a:lnTo>
                  <a:cubicBezTo>
                    <a:pt x="9979" y="1286"/>
                    <a:pt x="10122" y="1143"/>
                    <a:pt x="10122" y="953"/>
                  </a:cubicBezTo>
                  <a:lnTo>
                    <a:pt x="10122" y="357"/>
                  </a:lnTo>
                  <a:cubicBezTo>
                    <a:pt x="10122" y="167"/>
                    <a:pt x="9979" y="0"/>
                    <a:pt x="9789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61" name="Google Shape;461;p36"/>
            <p:cNvSpPr/>
            <p:nvPr/>
          </p:nvSpPr>
          <p:spPr>
            <a:xfrm>
              <a:off x="5011219" y="2437234"/>
              <a:ext cx="45683" cy="9873"/>
            </a:xfrm>
            <a:custGeom>
              <a:rect b="b" l="l" r="r" t="t"/>
              <a:pathLst>
                <a:path extrusionOk="0" h="287" w="1358">
                  <a:moveTo>
                    <a:pt x="167" y="1"/>
                  </a:moveTo>
                  <a:cubicBezTo>
                    <a:pt x="72" y="1"/>
                    <a:pt x="0" y="72"/>
                    <a:pt x="0" y="144"/>
                  </a:cubicBezTo>
                  <a:cubicBezTo>
                    <a:pt x="0" y="239"/>
                    <a:pt x="72" y="286"/>
                    <a:pt x="167" y="286"/>
                  </a:cubicBezTo>
                  <a:lnTo>
                    <a:pt x="1191" y="286"/>
                  </a:lnTo>
                  <a:cubicBezTo>
                    <a:pt x="1286" y="286"/>
                    <a:pt x="1358" y="239"/>
                    <a:pt x="1358" y="144"/>
                  </a:cubicBezTo>
                  <a:cubicBezTo>
                    <a:pt x="1334" y="72"/>
                    <a:pt x="1286" y="1"/>
                    <a:pt x="119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62" name="Google Shape;462;p36"/>
            <p:cNvSpPr/>
            <p:nvPr/>
          </p:nvSpPr>
          <p:spPr>
            <a:xfrm>
              <a:off x="4976772" y="2455259"/>
              <a:ext cx="80130" cy="10698"/>
            </a:xfrm>
            <a:custGeom>
              <a:rect b="b" l="l" r="r" t="t"/>
              <a:pathLst>
                <a:path extrusionOk="0" h="311" w="2382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15" y="310"/>
                  </a:lnTo>
                  <a:cubicBezTo>
                    <a:pt x="2310" y="310"/>
                    <a:pt x="2382" y="239"/>
                    <a:pt x="2382" y="143"/>
                  </a:cubicBezTo>
                  <a:cubicBezTo>
                    <a:pt x="2382" y="72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63" name="Google Shape;463;p36"/>
            <p:cNvSpPr/>
            <p:nvPr/>
          </p:nvSpPr>
          <p:spPr>
            <a:xfrm>
              <a:off x="4976772" y="2302902"/>
              <a:ext cx="16854" cy="10664"/>
            </a:xfrm>
            <a:custGeom>
              <a:rect b="b" l="l" r="r" t="t"/>
              <a:pathLst>
                <a:path extrusionOk="0" h="310" w="501">
                  <a:moveTo>
                    <a:pt x="143" y="0"/>
                  </a:moveTo>
                  <a:cubicBezTo>
                    <a:pt x="72" y="0"/>
                    <a:pt x="0" y="72"/>
                    <a:pt x="0" y="143"/>
                  </a:cubicBezTo>
                  <a:cubicBezTo>
                    <a:pt x="0" y="238"/>
                    <a:pt x="72" y="310"/>
                    <a:pt x="143" y="310"/>
                  </a:cubicBezTo>
                  <a:lnTo>
                    <a:pt x="334" y="310"/>
                  </a:lnTo>
                  <a:cubicBezTo>
                    <a:pt x="429" y="310"/>
                    <a:pt x="500" y="238"/>
                    <a:pt x="500" y="143"/>
                  </a:cubicBezTo>
                  <a:cubicBezTo>
                    <a:pt x="500" y="72"/>
                    <a:pt x="429" y="0"/>
                    <a:pt x="334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64" name="Google Shape;464;p36"/>
            <p:cNvSpPr/>
            <p:nvPr/>
          </p:nvSpPr>
          <p:spPr>
            <a:xfrm>
              <a:off x="5001598" y="2302902"/>
              <a:ext cx="55304" cy="10664"/>
            </a:xfrm>
            <a:custGeom>
              <a:rect b="b" l="l" r="r" t="t"/>
              <a:pathLst>
                <a:path extrusionOk="0" h="310" w="1644">
                  <a:moveTo>
                    <a:pt x="143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8"/>
                    <a:pt x="72" y="310"/>
                    <a:pt x="143" y="310"/>
                  </a:cubicBezTo>
                  <a:lnTo>
                    <a:pt x="1477" y="310"/>
                  </a:lnTo>
                  <a:cubicBezTo>
                    <a:pt x="1572" y="310"/>
                    <a:pt x="1644" y="238"/>
                    <a:pt x="1644" y="143"/>
                  </a:cubicBezTo>
                  <a:cubicBezTo>
                    <a:pt x="1644" y="72"/>
                    <a:pt x="1572" y="0"/>
                    <a:pt x="147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65" name="Google Shape;465;p36"/>
            <p:cNvSpPr/>
            <p:nvPr/>
          </p:nvSpPr>
          <p:spPr>
            <a:xfrm>
              <a:off x="4976772" y="2321719"/>
              <a:ext cx="80130" cy="9873"/>
            </a:xfrm>
            <a:custGeom>
              <a:rect b="b" l="l" r="r" t="t"/>
              <a:pathLst>
                <a:path extrusionOk="0" h="287" w="2382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2215" y="287"/>
                  </a:lnTo>
                  <a:cubicBezTo>
                    <a:pt x="2310" y="287"/>
                    <a:pt x="2382" y="215"/>
                    <a:pt x="2382" y="144"/>
                  </a:cubicBezTo>
                  <a:cubicBezTo>
                    <a:pt x="2382" y="48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66" name="Google Shape;466;p36"/>
            <p:cNvSpPr/>
            <p:nvPr/>
          </p:nvSpPr>
          <p:spPr>
            <a:xfrm>
              <a:off x="4976772" y="2352025"/>
              <a:ext cx="80130" cy="65601"/>
            </a:xfrm>
            <a:custGeom>
              <a:rect b="b" l="l" r="r" t="t"/>
              <a:pathLst>
                <a:path extrusionOk="0" h="1907" w="2382">
                  <a:moveTo>
                    <a:pt x="143" y="1"/>
                  </a:moveTo>
                  <a:cubicBezTo>
                    <a:pt x="48" y="1"/>
                    <a:pt x="0" y="49"/>
                    <a:pt x="0" y="144"/>
                  </a:cubicBezTo>
                  <a:lnTo>
                    <a:pt x="0" y="1763"/>
                  </a:lnTo>
                  <a:cubicBezTo>
                    <a:pt x="0" y="1835"/>
                    <a:pt x="72" y="1906"/>
                    <a:pt x="143" y="1906"/>
                  </a:cubicBezTo>
                  <a:lnTo>
                    <a:pt x="2215" y="1906"/>
                  </a:lnTo>
                  <a:cubicBezTo>
                    <a:pt x="2310" y="1906"/>
                    <a:pt x="2382" y="1835"/>
                    <a:pt x="2382" y="1763"/>
                  </a:cubicBezTo>
                  <a:cubicBezTo>
                    <a:pt x="2382" y="1668"/>
                    <a:pt x="2310" y="1597"/>
                    <a:pt x="2215" y="1597"/>
                  </a:cubicBezTo>
                  <a:lnTo>
                    <a:pt x="1858" y="1597"/>
                  </a:lnTo>
                  <a:lnTo>
                    <a:pt x="1858" y="311"/>
                  </a:lnTo>
                  <a:cubicBezTo>
                    <a:pt x="1858" y="239"/>
                    <a:pt x="1786" y="168"/>
                    <a:pt x="1715" y="168"/>
                  </a:cubicBezTo>
                  <a:cubicBezTo>
                    <a:pt x="1644" y="168"/>
                    <a:pt x="1572" y="239"/>
                    <a:pt x="1572" y="311"/>
                  </a:cubicBezTo>
                  <a:lnTo>
                    <a:pt x="1572" y="1597"/>
                  </a:lnTo>
                  <a:lnTo>
                    <a:pt x="1334" y="1597"/>
                  </a:lnTo>
                  <a:lnTo>
                    <a:pt x="1334" y="1120"/>
                  </a:lnTo>
                  <a:cubicBezTo>
                    <a:pt x="1334" y="1049"/>
                    <a:pt x="1263" y="977"/>
                    <a:pt x="1191" y="977"/>
                  </a:cubicBezTo>
                  <a:cubicBezTo>
                    <a:pt x="1096" y="977"/>
                    <a:pt x="1024" y="1049"/>
                    <a:pt x="1024" y="1120"/>
                  </a:cubicBezTo>
                  <a:lnTo>
                    <a:pt x="1024" y="1597"/>
                  </a:lnTo>
                  <a:lnTo>
                    <a:pt x="786" y="1597"/>
                  </a:lnTo>
                  <a:lnTo>
                    <a:pt x="786" y="763"/>
                  </a:lnTo>
                  <a:cubicBezTo>
                    <a:pt x="786" y="668"/>
                    <a:pt x="739" y="596"/>
                    <a:pt x="643" y="596"/>
                  </a:cubicBezTo>
                  <a:cubicBezTo>
                    <a:pt x="572" y="596"/>
                    <a:pt x="500" y="668"/>
                    <a:pt x="500" y="763"/>
                  </a:cubicBezTo>
                  <a:lnTo>
                    <a:pt x="500" y="1597"/>
                  </a:lnTo>
                  <a:lnTo>
                    <a:pt x="286" y="1597"/>
                  </a:lnTo>
                  <a:lnTo>
                    <a:pt x="286" y="144"/>
                  </a:lnTo>
                  <a:cubicBezTo>
                    <a:pt x="286" y="72"/>
                    <a:pt x="215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67" name="Google Shape;467;p36"/>
            <p:cNvSpPr/>
            <p:nvPr/>
          </p:nvSpPr>
          <p:spPr>
            <a:xfrm>
              <a:off x="4789296" y="2294680"/>
              <a:ext cx="168267" cy="172069"/>
            </a:xfrm>
            <a:custGeom>
              <a:rect b="b" l="l" r="r" t="t"/>
              <a:pathLst>
                <a:path extrusionOk="0" h="5002" w="5002">
                  <a:moveTo>
                    <a:pt x="2501" y="1215"/>
                  </a:moveTo>
                  <a:cubicBezTo>
                    <a:pt x="3216" y="1215"/>
                    <a:pt x="3811" y="1787"/>
                    <a:pt x="3811" y="2501"/>
                  </a:cubicBezTo>
                  <a:cubicBezTo>
                    <a:pt x="3811" y="3240"/>
                    <a:pt x="3216" y="3811"/>
                    <a:pt x="2501" y="3811"/>
                  </a:cubicBezTo>
                  <a:cubicBezTo>
                    <a:pt x="1787" y="3811"/>
                    <a:pt x="1215" y="3216"/>
                    <a:pt x="1215" y="2501"/>
                  </a:cubicBezTo>
                  <a:cubicBezTo>
                    <a:pt x="1215" y="1787"/>
                    <a:pt x="1787" y="1215"/>
                    <a:pt x="2501" y="1215"/>
                  </a:cubicBezTo>
                  <a:close/>
                  <a:moveTo>
                    <a:pt x="4692" y="2668"/>
                  </a:moveTo>
                  <a:cubicBezTo>
                    <a:pt x="4668" y="3121"/>
                    <a:pt x="4502" y="3549"/>
                    <a:pt x="4216" y="3883"/>
                  </a:cubicBezTo>
                  <a:lnTo>
                    <a:pt x="3787" y="3454"/>
                  </a:lnTo>
                  <a:cubicBezTo>
                    <a:pt x="3954" y="3216"/>
                    <a:pt x="4073" y="2954"/>
                    <a:pt x="4097" y="2668"/>
                  </a:cubicBezTo>
                  <a:close/>
                  <a:moveTo>
                    <a:pt x="2358" y="311"/>
                  </a:moveTo>
                  <a:lnTo>
                    <a:pt x="2358" y="930"/>
                  </a:lnTo>
                  <a:cubicBezTo>
                    <a:pt x="1549" y="1001"/>
                    <a:pt x="906" y="1692"/>
                    <a:pt x="906" y="2501"/>
                  </a:cubicBezTo>
                  <a:cubicBezTo>
                    <a:pt x="906" y="3383"/>
                    <a:pt x="1620" y="4097"/>
                    <a:pt x="2501" y="4097"/>
                  </a:cubicBezTo>
                  <a:cubicBezTo>
                    <a:pt x="2930" y="4097"/>
                    <a:pt x="3311" y="3954"/>
                    <a:pt x="3597" y="3668"/>
                  </a:cubicBezTo>
                  <a:cubicBezTo>
                    <a:pt x="3740" y="3811"/>
                    <a:pt x="3883" y="3954"/>
                    <a:pt x="4025" y="4097"/>
                  </a:cubicBezTo>
                  <a:cubicBezTo>
                    <a:pt x="3644" y="4478"/>
                    <a:pt x="3097" y="4716"/>
                    <a:pt x="2501" y="4716"/>
                  </a:cubicBezTo>
                  <a:cubicBezTo>
                    <a:pt x="1287" y="4716"/>
                    <a:pt x="310" y="3716"/>
                    <a:pt x="310" y="2501"/>
                  </a:cubicBezTo>
                  <a:cubicBezTo>
                    <a:pt x="310" y="1335"/>
                    <a:pt x="1215" y="382"/>
                    <a:pt x="2358" y="311"/>
                  </a:cubicBezTo>
                  <a:close/>
                  <a:moveTo>
                    <a:pt x="2501" y="1"/>
                  </a:moveTo>
                  <a:cubicBezTo>
                    <a:pt x="1120" y="1"/>
                    <a:pt x="1" y="1144"/>
                    <a:pt x="1" y="2501"/>
                  </a:cubicBezTo>
                  <a:cubicBezTo>
                    <a:pt x="1" y="3883"/>
                    <a:pt x="1120" y="5002"/>
                    <a:pt x="2501" y="5002"/>
                  </a:cubicBezTo>
                  <a:cubicBezTo>
                    <a:pt x="3883" y="5002"/>
                    <a:pt x="5002" y="3883"/>
                    <a:pt x="5002" y="2501"/>
                  </a:cubicBezTo>
                  <a:cubicBezTo>
                    <a:pt x="5002" y="1978"/>
                    <a:pt x="4835" y="1477"/>
                    <a:pt x="4526" y="1049"/>
                  </a:cubicBezTo>
                  <a:cubicBezTo>
                    <a:pt x="4499" y="1009"/>
                    <a:pt x="4459" y="992"/>
                    <a:pt x="4415" y="992"/>
                  </a:cubicBezTo>
                  <a:cubicBezTo>
                    <a:pt x="4380" y="992"/>
                    <a:pt x="4343" y="1004"/>
                    <a:pt x="4311" y="1025"/>
                  </a:cubicBezTo>
                  <a:cubicBezTo>
                    <a:pt x="4264" y="1073"/>
                    <a:pt x="4240" y="1144"/>
                    <a:pt x="4287" y="1215"/>
                  </a:cubicBezTo>
                  <a:cubicBezTo>
                    <a:pt x="4526" y="1549"/>
                    <a:pt x="4668" y="1954"/>
                    <a:pt x="4692" y="2359"/>
                  </a:cubicBezTo>
                  <a:lnTo>
                    <a:pt x="4097" y="2359"/>
                  </a:lnTo>
                  <a:cubicBezTo>
                    <a:pt x="4025" y="1597"/>
                    <a:pt x="3406" y="1001"/>
                    <a:pt x="2644" y="930"/>
                  </a:cubicBezTo>
                  <a:lnTo>
                    <a:pt x="2644" y="311"/>
                  </a:lnTo>
                  <a:cubicBezTo>
                    <a:pt x="3097" y="334"/>
                    <a:pt x="3501" y="501"/>
                    <a:pt x="3859" y="787"/>
                  </a:cubicBezTo>
                  <a:cubicBezTo>
                    <a:pt x="3886" y="805"/>
                    <a:pt x="3917" y="813"/>
                    <a:pt x="3947" y="813"/>
                  </a:cubicBezTo>
                  <a:cubicBezTo>
                    <a:pt x="3996" y="813"/>
                    <a:pt x="4044" y="792"/>
                    <a:pt x="4073" y="763"/>
                  </a:cubicBezTo>
                  <a:cubicBezTo>
                    <a:pt x="4121" y="692"/>
                    <a:pt x="4121" y="596"/>
                    <a:pt x="4049" y="549"/>
                  </a:cubicBezTo>
                  <a:cubicBezTo>
                    <a:pt x="3597" y="191"/>
                    <a:pt x="3073" y="1"/>
                    <a:pt x="250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68" name="Google Shape;468;p36"/>
            <p:cNvSpPr/>
            <p:nvPr/>
          </p:nvSpPr>
          <p:spPr>
            <a:xfrm>
              <a:off x="4794107" y="2453402"/>
              <a:ext cx="24086" cy="17475"/>
            </a:xfrm>
            <a:custGeom>
              <a:rect b="b" l="l" r="r" t="t"/>
              <a:pathLst>
                <a:path extrusionOk="0" h="508" w="716">
                  <a:moveTo>
                    <a:pt x="167" y="1"/>
                  </a:moveTo>
                  <a:cubicBezTo>
                    <a:pt x="132" y="1"/>
                    <a:pt x="96" y="19"/>
                    <a:pt x="72" y="55"/>
                  </a:cubicBezTo>
                  <a:cubicBezTo>
                    <a:pt x="1" y="102"/>
                    <a:pt x="1" y="197"/>
                    <a:pt x="72" y="245"/>
                  </a:cubicBezTo>
                  <a:lnTo>
                    <a:pt x="263" y="459"/>
                  </a:lnTo>
                  <a:cubicBezTo>
                    <a:pt x="286" y="483"/>
                    <a:pt x="334" y="507"/>
                    <a:pt x="358" y="507"/>
                  </a:cubicBezTo>
                  <a:cubicBezTo>
                    <a:pt x="405" y="507"/>
                    <a:pt x="429" y="483"/>
                    <a:pt x="477" y="459"/>
                  </a:cubicBezTo>
                  <a:lnTo>
                    <a:pt x="667" y="245"/>
                  </a:lnTo>
                  <a:cubicBezTo>
                    <a:pt x="715" y="197"/>
                    <a:pt x="715" y="102"/>
                    <a:pt x="667" y="55"/>
                  </a:cubicBezTo>
                  <a:cubicBezTo>
                    <a:pt x="632" y="19"/>
                    <a:pt x="590" y="1"/>
                    <a:pt x="551" y="1"/>
                  </a:cubicBezTo>
                  <a:cubicBezTo>
                    <a:pt x="513" y="1"/>
                    <a:pt x="477" y="19"/>
                    <a:pt x="453" y="55"/>
                  </a:cubicBezTo>
                  <a:lnTo>
                    <a:pt x="358" y="150"/>
                  </a:lnTo>
                  <a:lnTo>
                    <a:pt x="263" y="55"/>
                  </a:lnTo>
                  <a:cubicBezTo>
                    <a:pt x="239" y="19"/>
                    <a:pt x="203" y="1"/>
                    <a:pt x="1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69" name="Google Shape;469;p36"/>
            <p:cNvSpPr/>
            <p:nvPr/>
          </p:nvSpPr>
          <p:spPr>
            <a:xfrm>
              <a:off x="4883051" y="2382744"/>
              <a:ext cx="24053" cy="16856"/>
            </a:xfrm>
            <a:custGeom>
              <a:rect b="b" l="l" r="r" t="t"/>
              <a:pathLst>
                <a:path extrusionOk="0" h="490" w="715">
                  <a:moveTo>
                    <a:pt x="164" y="1"/>
                  </a:moveTo>
                  <a:cubicBezTo>
                    <a:pt x="125" y="1"/>
                    <a:pt x="83" y="13"/>
                    <a:pt x="48" y="37"/>
                  </a:cubicBezTo>
                  <a:cubicBezTo>
                    <a:pt x="0" y="84"/>
                    <a:pt x="0" y="180"/>
                    <a:pt x="48" y="251"/>
                  </a:cubicBezTo>
                  <a:lnTo>
                    <a:pt x="238" y="442"/>
                  </a:lnTo>
                  <a:cubicBezTo>
                    <a:pt x="286" y="465"/>
                    <a:pt x="310" y="489"/>
                    <a:pt x="357" y="489"/>
                  </a:cubicBezTo>
                  <a:cubicBezTo>
                    <a:pt x="381" y="489"/>
                    <a:pt x="429" y="465"/>
                    <a:pt x="453" y="442"/>
                  </a:cubicBezTo>
                  <a:lnTo>
                    <a:pt x="667" y="251"/>
                  </a:lnTo>
                  <a:cubicBezTo>
                    <a:pt x="714" y="180"/>
                    <a:pt x="714" y="84"/>
                    <a:pt x="667" y="37"/>
                  </a:cubicBezTo>
                  <a:cubicBezTo>
                    <a:pt x="631" y="13"/>
                    <a:pt x="589" y="1"/>
                    <a:pt x="551" y="1"/>
                  </a:cubicBezTo>
                  <a:cubicBezTo>
                    <a:pt x="512" y="1"/>
                    <a:pt x="476" y="13"/>
                    <a:pt x="453" y="37"/>
                  </a:cubicBezTo>
                  <a:lnTo>
                    <a:pt x="357" y="132"/>
                  </a:lnTo>
                  <a:lnTo>
                    <a:pt x="262" y="37"/>
                  </a:lnTo>
                  <a:cubicBezTo>
                    <a:pt x="238" y="13"/>
                    <a:pt x="202" y="1"/>
                    <a:pt x="164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70" name="Google Shape;470;p36"/>
            <p:cNvSpPr/>
            <p:nvPr/>
          </p:nvSpPr>
          <p:spPr>
            <a:xfrm>
              <a:off x="4935899" y="2304106"/>
              <a:ext cx="24086" cy="16856"/>
            </a:xfrm>
            <a:custGeom>
              <a:rect b="b" l="l" r="r" t="t"/>
              <a:pathLst>
                <a:path extrusionOk="0" h="490" w="716">
                  <a:moveTo>
                    <a:pt x="168" y="1"/>
                  </a:moveTo>
                  <a:cubicBezTo>
                    <a:pt x="132" y="1"/>
                    <a:pt x="96" y="13"/>
                    <a:pt x="72" y="37"/>
                  </a:cubicBezTo>
                  <a:cubicBezTo>
                    <a:pt x="1" y="84"/>
                    <a:pt x="1" y="179"/>
                    <a:pt x="72" y="251"/>
                  </a:cubicBezTo>
                  <a:lnTo>
                    <a:pt x="263" y="441"/>
                  </a:lnTo>
                  <a:cubicBezTo>
                    <a:pt x="287" y="465"/>
                    <a:pt x="310" y="489"/>
                    <a:pt x="358" y="489"/>
                  </a:cubicBezTo>
                  <a:cubicBezTo>
                    <a:pt x="406" y="489"/>
                    <a:pt x="429" y="465"/>
                    <a:pt x="453" y="441"/>
                  </a:cubicBezTo>
                  <a:lnTo>
                    <a:pt x="668" y="251"/>
                  </a:lnTo>
                  <a:cubicBezTo>
                    <a:pt x="715" y="179"/>
                    <a:pt x="715" y="84"/>
                    <a:pt x="668" y="37"/>
                  </a:cubicBezTo>
                  <a:cubicBezTo>
                    <a:pt x="632" y="13"/>
                    <a:pt x="590" y="1"/>
                    <a:pt x="552" y="1"/>
                  </a:cubicBezTo>
                  <a:cubicBezTo>
                    <a:pt x="513" y="1"/>
                    <a:pt x="477" y="13"/>
                    <a:pt x="453" y="37"/>
                  </a:cubicBezTo>
                  <a:lnTo>
                    <a:pt x="358" y="132"/>
                  </a:lnTo>
                  <a:lnTo>
                    <a:pt x="263" y="37"/>
                  </a:lnTo>
                  <a:cubicBezTo>
                    <a:pt x="239" y="13"/>
                    <a:pt x="203" y="1"/>
                    <a:pt x="16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37"/>
          <p:cNvSpPr/>
          <p:nvPr/>
        </p:nvSpPr>
        <p:spPr>
          <a:xfrm>
            <a:off x="2255520" y="2926080"/>
            <a:ext cx="7680960" cy="2651760"/>
          </a:xfrm>
          <a:prstGeom prst="roundRect">
            <a:avLst>
              <a:gd fmla="val 515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6" name="Google Shape;476;p37"/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fmla="val 1870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7" name="Google Shape;477;p37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>
                <a:solidFill>
                  <a:schemeClr val="accent5"/>
                </a:solidFill>
              </a:rPr>
              <a:t>‹#›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478" name="Google Shape;478;p37"/>
          <p:cNvSpPr/>
          <p:nvPr>
            <p:ph idx="1" type="body"/>
          </p:nvPr>
        </p:nvSpPr>
        <p:spPr>
          <a:xfrm>
            <a:off x="2712720" y="2926080"/>
            <a:ext cx="6766560" cy="265176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500"/>
              <a:buNone/>
            </a:pPr>
            <a:r>
              <a:rPr b="1" lang="ru-RU" sz="3200">
                <a:solidFill>
                  <a:srgbClr val="2E124A"/>
                </a:solidFill>
              </a:rPr>
              <a:t>Ставится где угодно, без интернета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ctr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SzPts val="1400"/>
              <a:buNone/>
            </a:pPr>
            <a:r>
              <a:rPr b="0" lang="ru-RU" sz="1700">
                <a:solidFill>
                  <a:srgbClr val="2E124A"/>
                </a:solidFill>
              </a:rPr>
              <a:t>Один обычный сервер без видеокарты, всё в закрытом контуре. Переносится на флешке, тиражируется на регион.</a:t>
            </a:r>
            <a:endParaRPr/>
          </a:p>
        </p:txBody>
      </p:sp>
      <p:sp>
        <p:nvSpPr>
          <p:cNvPr id="479" name="Google Shape;479;p37"/>
          <p:cNvSpPr txBox="1"/>
          <p:nvPr>
            <p:ph type="title"/>
          </p:nvPr>
        </p:nvSpPr>
        <p:spPr>
          <a:xfrm>
            <a:off x="525817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96"/>
              <a:buFont typeface="Montserrat"/>
              <a:buNone/>
            </a:pPr>
            <a:r>
              <a:rPr b="1" lang="ru-RU" sz="1997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rPr>
              <a:t>РЕШЕНИЕ</a:t>
            </a:r>
            <a:endParaRPr/>
          </a:p>
        </p:txBody>
      </p:sp>
      <p:pic>
        <p:nvPicPr>
          <p:cNvPr descr="image.png" id="480" name="Google Shape;480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5989320"/>
            <a:ext cx="1038885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7"/>
          <p:cNvSpPr/>
          <p:nvPr/>
        </p:nvSpPr>
        <p:spPr>
          <a:xfrm>
            <a:off x="5340096" y="1366572"/>
            <a:ext cx="1504594" cy="1401168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chemeClr val="accent1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482" name="Google Shape;482;p37"/>
          <p:cNvGrpSpPr/>
          <p:nvPr/>
        </p:nvGrpSpPr>
        <p:grpSpPr>
          <a:xfrm>
            <a:off x="5710322" y="1722647"/>
            <a:ext cx="738531" cy="731528"/>
            <a:chOff x="4078718" y="2222819"/>
            <a:chExt cx="340504" cy="339803"/>
          </a:xfrm>
        </p:grpSpPr>
        <p:sp>
          <p:nvSpPr>
            <p:cNvPr id="483" name="Google Shape;483;p37"/>
            <p:cNvSpPr/>
            <p:nvPr/>
          </p:nvSpPr>
          <p:spPr>
            <a:xfrm>
              <a:off x="4267775" y="2311674"/>
              <a:ext cx="17661" cy="13382"/>
            </a:xfrm>
            <a:custGeom>
              <a:rect b="b" l="l" r="r" t="t"/>
              <a:pathLst>
                <a:path extrusionOk="0" h="389" w="525">
                  <a:moveTo>
                    <a:pt x="348" y="1"/>
                  </a:moveTo>
                  <a:cubicBezTo>
                    <a:pt x="335" y="1"/>
                    <a:pt x="323" y="3"/>
                    <a:pt x="310" y="7"/>
                  </a:cubicBezTo>
                  <a:lnTo>
                    <a:pt x="96" y="102"/>
                  </a:lnTo>
                  <a:cubicBezTo>
                    <a:pt x="24" y="126"/>
                    <a:pt x="1" y="221"/>
                    <a:pt x="24" y="293"/>
                  </a:cubicBezTo>
                  <a:cubicBezTo>
                    <a:pt x="48" y="340"/>
                    <a:pt x="96" y="388"/>
                    <a:pt x="143" y="388"/>
                  </a:cubicBezTo>
                  <a:cubicBezTo>
                    <a:pt x="167" y="388"/>
                    <a:pt x="191" y="388"/>
                    <a:pt x="215" y="364"/>
                  </a:cubicBezTo>
                  <a:lnTo>
                    <a:pt x="405" y="293"/>
                  </a:lnTo>
                  <a:cubicBezTo>
                    <a:pt x="477" y="269"/>
                    <a:pt x="524" y="174"/>
                    <a:pt x="501" y="102"/>
                  </a:cubicBezTo>
                  <a:cubicBezTo>
                    <a:pt x="461" y="44"/>
                    <a:pt x="406" y="1"/>
                    <a:pt x="34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84" name="Google Shape;484;p37"/>
            <p:cNvSpPr/>
            <p:nvPr/>
          </p:nvSpPr>
          <p:spPr>
            <a:xfrm>
              <a:off x="4257347" y="2292719"/>
              <a:ext cx="16080" cy="15927"/>
            </a:xfrm>
            <a:custGeom>
              <a:rect b="b" l="l" r="r" t="t"/>
              <a:pathLst>
                <a:path extrusionOk="0" h="463" w="478">
                  <a:moveTo>
                    <a:pt x="298" y="1"/>
                  </a:moveTo>
                  <a:cubicBezTo>
                    <a:pt x="258" y="1"/>
                    <a:pt x="218" y="19"/>
                    <a:pt x="191" y="58"/>
                  </a:cubicBezTo>
                  <a:lnTo>
                    <a:pt x="49" y="225"/>
                  </a:lnTo>
                  <a:cubicBezTo>
                    <a:pt x="1" y="296"/>
                    <a:pt x="25" y="391"/>
                    <a:pt x="96" y="439"/>
                  </a:cubicBezTo>
                  <a:cubicBezTo>
                    <a:pt x="120" y="463"/>
                    <a:pt x="144" y="463"/>
                    <a:pt x="168" y="463"/>
                  </a:cubicBezTo>
                  <a:cubicBezTo>
                    <a:pt x="215" y="463"/>
                    <a:pt x="263" y="439"/>
                    <a:pt x="287" y="415"/>
                  </a:cubicBezTo>
                  <a:lnTo>
                    <a:pt x="430" y="225"/>
                  </a:lnTo>
                  <a:cubicBezTo>
                    <a:pt x="477" y="177"/>
                    <a:pt x="453" y="82"/>
                    <a:pt x="382" y="34"/>
                  </a:cubicBezTo>
                  <a:cubicBezTo>
                    <a:pt x="361" y="13"/>
                    <a:pt x="330" y="1"/>
                    <a:pt x="29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85" name="Google Shape;485;p37"/>
            <p:cNvSpPr/>
            <p:nvPr/>
          </p:nvSpPr>
          <p:spPr>
            <a:xfrm>
              <a:off x="4271778" y="2333208"/>
              <a:ext cx="17661" cy="11490"/>
            </a:xfrm>
            <a:custGeom>
              <a:rect b="b" l="l" r="r" t="t"/>
              <a:pathLst>
                <a:path extrusionOk="0" h="334" w="525">
                  <a:moveTo>
                    <a:pt x="191" y="0"/>
                  </a:moveTo>
                  <a:cubicBezTo>
                    <a:pt x="96" y="0"/>
                    <a:pt x="24" y="48"/>
                    <a:pt x="24" y="119"/>
                  </a:cubicBezTo>
                  <a:cubicBezTo>
                    <a:pt x="1" y="215"/>
                    <a:pt x="48" y="286"/>
                    <a:pt x="143" y="286"/>
                  </a:cubicBezTo>
                  <a:lnTo>
                    <a:pt x="358" y="334"/>
                  </a:lnTo>
                  <a:lnTo>
                    <a:pt x="382" y="334"/>
                  </a:lnTo>
                  <a:cubicBezTo>
                    <a:pt x="453" y="334"/>
                    <a:pt x="501" y="286"/>
                    <a:pt x="525" y="215"/>
                  </a:cubicBezTo>
                  <a:cubicBezTo>
                    <a:pt x="525" y="119"/>
                    <a:pt x="477" y="48"/>
                    <a:pt x="405" y="48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86" name="Google Shape;486;p37"/>
            <p:cNvSpPr/>
            <p:nvPr/>
          </p:nvSpPr>
          <p:spPr>
            <a:xfrm>
              <a:off x="4078718" y="2222819"/>
              <a:ext cx="340504" cy="339803"/>
            </a:xfrm>
            <a:custGeom>
              <a:rect b="b" l="l" r="r" t="t"/>
              <a:pathLst>
                <a:path extrusionOk="0" h="9878" w="10122">
                  <a:moveTo>
                    <a:pt x="4787" y="423"/>
                  </a:moveTo>
                  <a:lnTo>
                    <a:pt x="6168" y="994"/>
                  </a:lnTo>
                  <a:lnTo>
                    <a:pt x="5240" y="1376"/>
                  </a:lnTo>
                  <a:cubicBezTo>
                    <a:pt x="5233" y="1382"/>
                    <a:pt x="5226" y="1385"/>
                    <a:pt x="5219" y="1385"/>
                  </a:cubicBezTo>
                  <a:cubicBezTo>
                    <a:pt x="5202" y="1385"/>
                    <a:pt x="5185" y="1369"/>
                    <a:pt x="5168" y="1352"/>
                  </a:cubicBezTo>
                  <a:lnTo>
                    <a:pt x="4787" y="423"/>
                  </a:lnTo>
                  <a:close/>
                  <a:moveTo>
                    <a:pt x="8216" y="2066"/>
                  </a:moveTo>
                  <a:cubicBezTo>
                    <a:pt x="8264" y="2066"/>
                    <a:pt x="8312" y="2090"/>
                    <a:pt x="8312" y="2138"/>
                  </a:cubicBezTo>
                  <a:lnTo>
                    <a:pt x="8312" y="2566"/>
                  </a:lnTo>
                  <a:cubicBezTo>
                    <a:pt x="8312" y="2614"/>
                    <a:pt x="8264" y="2661"/>
                    <a:pt x="8216" y="2661"/>
                  </a:cubicBezTo>
                  <a:lnTo>
                    <a:pt x="7407" y="2661"/>
                  </a:lnTo>
                  <a:lnTo>
                    <a:pt x="7168" y="2066"/>
                  </a:lnTo>
                  <a:close/>
                  <a:moveTo>
                    <a:pt x="8788" y="1280"/>
                  </a:moveTo>
                  <a:cubicBezTo>
                    <a:pt x="8931" y="1280"/>
                    <a:pt x="9050" y="1399"/>
                    <a:pt x="9050" y="1542"/>
                  </a:cubicBezTo>
                  <a:lnTo>
                    <a:pt x="9050" y="3924"/>
                  </a:lnTo>
                  <a:lnTo>
                    <a:pt x="7954" y="3924"/>
                  </a:lnTo>
                  <a:lnTo>
                    <a:pt x="7550" y="2947"/>
                  </a:lnTo>
                  <a:lnTo>
                    <a:pt x="8216" y="2947"/>
                  </a:lnTo>
                  <a:cubicBezTo>
                    <a:pt x="8431" y="2947"/>
                    <a:pt x="8597" y="2781"/>
                    <a:pt x="8597" y="2566"/>
                  </a:cubicBezTo>
                  <a:lnTo>
                    <a:pt x="8597" y="2138"/>
                  </a:lnTo>
                  <a:cubicBezTo>
                    <a:pt x="8597" y="1923"/>
                    <a:pt x="8431" y="1757"/>
                    <a:pt x="8216" y="1757"/>
                  </a:cubicBezTo>
                  <a:lnTo>
                    <a:pt x="7049" y="1757"/>
                  </a:lnTo>
                  <a:lnTo>
                    <a:pt x="6835" y="1280"/>
                  </a:lnTo>
                  <a:close/>
                  <a:moveTo>
                    <a:pt x="4430" y="352"/>
                  </a:moveTo>
                  <a:lnTo>
                    <a:pt x="4906" y="1471"/>
                  </a:lnTo>
                  <a:cubicBezTo>
                    <a:pt x="4954" y="1614"/>
                    <a:pt x="5073" y="1685"/>
                    <a:pt x="5216" y="1685"/>
                  </a:cubicBezTo>
                  <a:cubicBezTo>
                    <a:pt x="5263" y="1685"/>
                    <a:pt x="5311" y="1685"/>
                    <a:pt x="5359" y="1661"/>
                  </a:cubicBezTo>
                  <a:lnTo>
                    <a:pt x="6478" y="1185"/>
                  </a:lnTo>
                  <a:lnTo>
                    <a:pt x="7621" y="3947"/>
                  </a:lnTo>
                  <a:lnTo>
                    <a:pt x="6907" y="3947"/>
                  </a:lnTo>
                  <a:cubicBezTo>
                    <a:pt x="6835" y="3947"/>
                    <a:pt x="6764" y="3995"/>
                    <a:pt x="6764" y="4090"/>
                  </a:cubicBezTo>
                  <a:cubicBezTo>
                    <a:pt x="6764" y="4162"/>
                    <a:pt x="6835" y="4233"/>
                    <a:pt x="6907" y="4233"/>
                  </a:cubicBezTo>
                  <a:lnTo>
                    <a:pt x="9574" y="4233"/>
                  </a:lnTo>
                  <a:cubicBezTo>
                    <a:pt x="9717" y="4233"/>
                    <a:pt x="9812" y="4352"/>
                    <a:pt x="9812" y="4471"/>
                  </a:cubicBezTo>
                  <a:lnTo>
                    <a:pt x="9812" y="8972"/>
                  </a:lnTo>
                  <a:cubicBezTo>
                    <a:pt x="9812" y="9330"/>
                    <a:pt x="9550" y="9591"/>
                    <a:pt x="9193" y="9591"/>
                  </a:cubicBezTo>
                  <a:lnTo>
                    <a:pt x="1596" y="9591"/>
                  </a:lnTo>
                  <a:cubicBezTo>
                    <a:pt x="1739" y="9425"/>
                    <a:pt x="1834" y="9210"/>
                    <a:pt x="1834" y="8972"/>
                  </a:cubicBezTo>
                  <a:lnTo>
                    <a:pt x="1834" y="7353"/>
                  </a:lnTo>
                  <a:cubicBezTo>
                    <a:pt x="1834" y="7281"/>
                    <a:pt x="1763" y="7210"/>
                    <a:pt x="1667" y="7210"/>
                  </a:cubicBezTo>
                  <a:cubicBezTo>
                    <a:pt x="1596" y="7210"/>
                    <a:pt x="1524" y="7281"/>
                    <a:pt x="1524" y="7353"/>
                  </a:cubicBezTo>
                  <a:lnTo>
                    <a:pt x="1524" y="8972"/>
                  </a:lnTo>
                  <a:cubicBezTo>
                    <a:pt x="1524" y="9330"/>
                    <a:pt x="1262" y="9591"/>
                    <a:pt x="905" y="9591"/>
                  </a:cubicBezTo>
                  <a:cubicBezTo>
                    <a:pt x="572" y="9591"/>
                    <a:pt x="286" y="9330"/>
                    <a:pt x="286" y="8972"/>
                  </a:cubicBezTo>
                  <a:lnTo>
                    <a:pt x="286" y="2590"/>
                  </a:lnTo>
                  <a:cubicBezTo>
                    <a:pt x="286" y="2447"/>
                    <a:pt x="405" y="2328"/>
                    <a:pt x="548" y="2328"/>
                  </a:cubicBezTo>
                  <a:lnTo>
                    <a:pt x="834" y="2328"/>
                  </a:lnTo>
                  <a:lnTo>
                    <a:pt x="1120" y="3066"/>
                  </a:lnTo>
                  <a:cubicBezTo>
                    <a:pt x="1155" y="3120"/>
                    <a:pt x="1204" y="3147"/>
                    <a:pt x="1257" y="3147"/>
                  </a:cubicBezTo>
                  <a:cubicBezTo>
                    <a:pt x="1274" y="3147"/>
                    <a:pt x="1292" y="3144"/>
                    <a:pt x="1310" y="3138"/>
                  </a:cubicBezTo>
                  <a:cubicBezTo>
                    <a:pt x="1382" y="3114"/>
                    <a:pt x="1429" y="3019"/>
                    <a:pt x="1405" y="2947"/>
                  </a:cubicBezTo>
                  <a:lnTo>
                    <a:pt x="953" y="1876"/>
                  </a:lnTo>
                  <a:cubicBezTo>
                    <a:pt x="929" y="1852"/>
                    <a:pt x="953" y="1804"/>
                    <a:pt x="977" y="1804"/>
                  </a:cubicBezTo>
                  <a:lnTo>
                    <a:pt x="4430" y="352"/>
                  </a:lnTo>
                  <a:close/>
                  <a:moveTo>
                    <a:pt x="4513" y="0"/>
                  </a:moveTo>
                  <a:cubicBezTo>
                    <a:pt x="4495" y="0"/>
                    <a:pt x="4477" y="6"/>
                    <a:pt x="4454" y="18"/>
                  </a:cubicBezTo>
                  <a:lnTo>
                    <a:pt x="858" y="1518"/>
                  </a:lnTo>
                  <a:cubicBezTo>
                    <a:pt x="691" y="1590"/>
                    <a:pt x="596" y="1804"/>
                    <a:pt x="667" y="1971"/>
                  </a:cubicBezTo>
                  <a:lnTo>
                    <a:pt x="691" y="2042"/>
                  </a:lnTo>
                  <a:lnTo>
                    <a:pt x="548" y="2042"/>
                  </a:lnTo>
                  <a:cubicBezTo>
                    <a:pt x="238" y="2042"/>
                    <a:pt x="0" y="2280"/>
                    <a:pt x="0" y="2590"/>
                  </a:cubicBezTo>
                  <a:lnTo>
                    <a:pt x="0" y="8972"/>
                  </a:lnTo>
                  <a:cubicBezTo>
                    <a:pt x="0" y="9472"/>
                    <a:pt x="405" y="9877"/>
                    <a:pt x="905" y="9877"/>
                  </a:cubicBezTo>
                  <a:lnTo>
                    <a:pt x="9193" y="9877"/>
                  </a:lnTo>
                  <a:cubicBezTo>
                    <a:pt x="9717" y="9877"/>
                    <a:pt x="10121" y="9472"/>
                    <a:pt x="10121" y="8972"/>
                  </a:cubicBezTo>
                  <a:lnTo>
                    <a:pt x="10121" y="4471"/>
                  </a:lnTo>
                  <a:cubicBezTo>
                    <a:pt x="10121" y="4162"/>
                    <a:pt x="9860" y="3924"/>
                    <a:pt x="9574" y="3924"/>
                  </a:cubicBezTo>
                  <a:lnTo>
                    <a:pt x="9336" y="3924"/>
                  </a:lnTo>
                  <a:lnTo>
                    <a:pt x="9336" y="1542"/>
                  </a:lnTo>
                  <a:cubicBezTo>
                    <a:pt x="9336" y="1233"/>
                    <a:pt x="9097" y="994"/>
                    <a:pt x="8788" y="994"/>
                  </a:cubicBezTo>
                  <a:lnTo>
                    <a:pt x="6716" y="994"/>
                  </a:lnTo>
                  <a:lnTo>
                    <a:pt x="6692" y="923"/>
                  </a:lnTo>
                  <a:cubicBezTo>
                    <a:pt x="6668" y="899"/>
                    <a:pt x="6645" y="852"/>
                    <a:pt x="6621" y="852"/>
                  </a:cubicBezTo>
                  <a:lnTo>
                    <a:pt x="4573" y="18"/>
                  </a:lnTo>
                  <a:cubicBezTo>
                    <a:pt x="4549" y="6"/>
                    <a:pt x="4531" y="0"/>
                    <a:pt x="45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87" name="Google Shape;487;p37"/>
            <p:cNvSpPr/>
            <p:nvPr/>
          </p:nvSpPr>
          <p:spPr>
            <a:xfrm>
              <a:off x="4123561" y="2296744"/>
              <a:ext cx="170689" cy="161818"/>
            </a:xfrm>
            <a:custGeom>
              <a:rect b="b" l="l" r="r" t="t"/>
              <a:pathLst>
                <a:path extrusionOk="0" h="4704" w="5074">
                  <a:moveTo>
                    <a:pt x="2760" y="301"/>
                  </a:moveTo>
                  <a:cubicBezTo>
                    <a:pt x="2892" y="301"/>
                    <a:pt x="3021" y="325"/>
                    <a:pt x="3144" y="370"/>
                  </a:cubicBezTo>
                  <a:cubicBezTo>
                    <a:pt x="3430" y="489"/>
                    <a:pt x="3645" y="703"/>
                    <a:pt x="3740" y="965"/>
                  </a:cubicBezTo>
                  <a:cubicBezTo>
                    <a:pt x="3859" y="1227"/>
                    <a:pt x="3859" y="1513"/>
                    <a:pt x="3764" y="1775"/>
                  </a:cubicBezTo>
                  <a:lnTo>
                    <a:pt x="3287" y="1775"/>
                  </a:lnTo>
                  <a:cubicBezTo>
                    <a:pt x="3335" y="1679"/>
                    <a:pt x="3359" y="1560"/>
                    <a:pt x="3311" y="1441"/>
                  </a:cubicBezTo>
                  <a:cubicBezTo>
                    <a:pt x="3264" y="1346"/>
                    <a:pt x="3168" y="1275"/>
                    <a:pt x="3073" y="1227"/>
                  </a:cubicBezTo>
                  <a:cubicBezTo>
                    <a:pt x="3025" y="1203"/>
                    <a:pt x="2972" y="1191"/>
                    <a:pt x="2918" y="1191"/>
                  </a:cubicBezTo>
                  <a:cubicBezTo>
                    <a:pt x="2865" y="1191"/>
                    <a:pt x="2811" y="1203"/>
                    <a:pt x="2763" y="1227"/>
                  </a:cubicBezTo>
                  <a:lnTo>
                    <a:pt x="2621" y="1298"/>
                  </a:lnTo>
                  <a:cubicBezTo>
                    <a:pt x="2607" y="1303"/>
                    <a:pt x="2594" y="1305"/>
                    <a:pt x="2581" y="1305"/>
                  </a:cubicBezTo>
                  <a:cubicBezTo>
                    <a:pt x="2524" y="1305"/>
                    <a:pt x="2473" y="1266"/>
                    <a:pt x="2454" y="1227"/>
                  </a:cubicBezTo>
                  <a:cubicBezTo>
                    <a:pt x="2430" y="1155"/>
                    <a:pt x="2478" y="1108"/>
                    <a:pt x="2525" y="1084"/>
                  </a:cubicBezTo>
                  <a:lnTo>
                    <a:pt x="2668" y="1013"/>
                  </a:lnTo>
                  <a:cubicBezTo>
                    <a:pt x="2692" y="1001"/>
                    <a:pt x="2710" y="995"/>
                    <a:pt x="2728" y="995"/>
                  </a:cubicBezTo>
                  <a:cubicBezTo>
                    <a:pt x="2746" y="995"/>
                    <a:pt x="2763" y="1001"/>
                    <a:pt x="2787" y="1013"/>
                  </a:cubicBezTo>
                  <a:cubicBezTo>
                    <a:pt x="2815" y="1031"/>
                    <a:pt x="2842" y="1039"/>
                    <a:pt x="2868" y="1039"/>
                  </a:cubicBezTo>
                  <a:cubicBezTo>
                    <a:pt x="2910" y="1039"/>
                    <a:pt x="2948" y="1018"/>
                    <a:pt x="2978" y="989"/>
                  </a:cubicBezTo>
                  <a:cubicBezTo>
                    <a:pt x="3025" y="917"/>
                    <a:pt x="3002" y="822"/>
                    <a:pt x="2954" y="774"/>
                  </a:cubicBezTo>
                  <a:cubicBezTo>
                    <a:pt x="2892" y="728"/>
                    <a:pt x="2821" y="702"/>
                    <a:pt x="2746" y="702"/>
                  </a:cubicBezTo>
                  <a:cubicBezTo>
                    <a:pt x="2705" y="702"/>
                    <a:pt x="2663" y="710"/>
                    <a:pt x="2621" y="727"/>
                  </a:cubicBezTo>
                  <a:lnTo>
                    <a:pt x="2597" y="679"/>
                  </a:lnTo>
                  <a:cubicBezTo>
                    <a:pt x="2577" y="620"/>
                    <a:pt x="2509" y="578"/>
                    <a:pt x="2446" y="578"/>
                  </a:cubicBezTo>
                  <a:cubicBezTo>
                    <a:pt x="2432" y="578"/>
                    <a:pt x="2419" y="580"/>
                    <a:pt x="2406" y="584"/>
                  </a:cubicBezTo>
                  <a:cubicBezTo>
                    <a:pt x="2335" y="632"/>
                    <a:pt x="2311" y="703"/>
                    <a:pt x="2335" y="774"/>
                  </a:cubicBezTo>
                  <a:lnTo>
                    <a:pt x="2359" y="822"/>
                  </a:lnTo>
                  <a:cubicBezTo>
                    <a:pt x="2192" y="941"/>
                    <a:pt x="2120" y="1155"/>
                    <a:pt x="2192" y="1346"/>
                  </a:cubicBezTo>
                  <a:cubicBezTo>
                    <a:pt x="2264" y="1490"/>
                    <a:pt x="2418" y="1594"/>
                    <a:pt x="2582" y="1594"/>
                  </a:cubicBezTo>
                  <a:cubicBezTo>
                    <a:pt x="2635" y="1594"/>
                    <a:pt x="2688" y="1583"/>
                    <a:pt x="2740" y="1560"/>
                  </a:cubicBezTo>
                  <a:lnTo>
                    <a:pt x="2882" y="1489"/>
                  </a:lnTo>
                  <a:lnTo>
                    <a:pt x="2978" y="1489"/>
                  </a:lnTo>
                  <a:cubicBezTo>
                    <a:pt x="3002" y="1513"/>
                    <a:pt x="3025" y="1537"/>
                    <a:pt x="3025" y="1560"/>
                  </a:cubicBezTo>
                  <a:cubicBezTo>
                    <a:pt x="3049" y="1608"/>
                    <a:pt x="3025" y="1679"/>
                    <a:pt x="2978" y="1703"/>
                  </a:cubicBezTo>
                  <a:lnTo>
                    <a:pt x="2811" y="1775"/>
                  </a:lnTo>
                  <a:lnTo>
                    <a:pt x="2763" y="1775"/>
                  </a:lnTo>
                  <a:cubicBezTo>
                    <a:pt x="2740" y="1775"/>
                    <a:pt x="2716" y="1775"/>
                    <a:pt x="2692" y="1751"/>
                  </a:cubicBezTo>
                  <a:cubicBezTo>
                    <a:pt x="2668" y="1715"/>
                    <a:pt x="2632" y="1697"/>
                    <a:pt x="2594" y="1697"/>
                  </a:cubicBezTo>
                  <a:cubicBezTo>
                    <a:pt x="2555" y="1697"/>
                    <a:pt x="2513" y="1715"/>
                    <a:pt x="2478" y="1751"/>
                  </a:cubicBezTo>
                  <a:cubicBezTo>
                    <a:pt x="2478" y="1751"/>
                    <a:pt x="2478" y="1775"/>
                    <a:pt x="2454" y="1775"/>
                  </a:cubicBezTo>
                  <a:lnTo>
                    <a:pt x="1739" y="1775"/>
                  </a:lnTo>
                  <a:cubicBezTo>
                    <a:pt x="1620" y="1513"/>
                    <a:pt x="1620" y="1227"/>
                    <a:pt x="1739" y="965"/>
                  </a:cubicBezTo>
                  <a:cubicBezTo>
                    <a:pt x="1835" y="703"/>
                    <a:pt x="2049" y="489"/>
                    <a:pt x="2311" y="393"/>
                  </a:cubicBezTo>
                  <a:cubicBezTo>
                    <a:pt x="2462" y="331"/>
                    <a:pt x="2613" y="301"/>
                    <a:pt x="2760" y="301"/>
                  </a:cubicBezTo>
                  <a:close/>
                  <a:moveTo>
                    <a:pt x="2740" y="0"/>
                  </a:moveTo>
                  <a:cubicBezTo>
                    <a:pt x="2561" y="0"/>
                    <a:pt x="2382" y="36"/>
                    <a:pt x="2216" y="108"/>
                  </a:cubicBezTo>
                  <a:cubicBezTo>
                    <a:pt x="1858" y="251"/>
                    <a:pt x="1596" y="512"/>
                    <a:pt x="1454" y="846"/>
                  </a:cubicBezTo>
                  <a:cubicBezTo>
                    <a:pt x="1335" y="1155"/>
                    <a:pt x="1311" y="1489"/>
                    <a:pt x="1406" y="1775"/>
                  </a:cubicBezTo>
                  <a:lnTo>
                    <a:pt x="739" y="1775"/>
                  </a:lnTo>
                  <a:cubicBezTo>
                    <a:pt x="644" y="1775"/>
                    <a:pt x="572" y="1798"/>
                    <a:pt x="501" y="1822"/>
                  </a:cubicBezTo>
                  <a:lnTo>
                    <a:pt x="311" y="1394"/>
                  </a:lnTo>
                  <a:cubicBezTo>
                    <a:pt x="293" y="1342"/>
                    <a:pt x="239" y="1303"/>
                    <a:pt x="183" y="1303"/>
                  </a:cubicBezTo>
                  <a:cubicBezTo>
                    <a:pt x="162" y="1303"/>
                    <a:pt x="140" y="1309"/>
                    <a:pt x="120" y="1322"/>
                  </a:cubicBezTo>
                  <a:cubicBezTo>
                    <a:pt x="49" y="1346"/>
                    <a:pt x="1" y="1441"/>
                    <a:pt x="49" y="1513"/>
                  </a:cubicBezTo>
                  <a:lnTo>
                    <a:pt x="263" y="2037"/>
                  </a:lnTo>
                  <a:cubicBezTo>
                    <a:pt x="215" y="2132"/>
                    <a:pt x="191" y="2227"/>
                    <a:pt x="191" y="2322"/>
                  </a:cubicBezTo>
                  <a:lnTo>
                    <a:pt x="191" y="4537"/>
                  </a:lnTo>
                  <a:cubicBezTo>
                    <a:pt x="191" y="4632"/>
                    <a:pt x="263" y="4704"/>
                    <a:pt x="334" y="4704"/>
                  </a:cubicBezTo>
                  <a:cubicBezTo>
                    <a:pt x="430" y="4704"/>
                    <a:pt x="501" y="4632"/>
                    <a:pt x="501" y="4537"/>
                  </a:cubicBezTo>
                  <a:lnTo>
                    <a:pt x="501" y="2322"/>
                  </a:lnTo>
                  <a:cubicBezTo>
                    <a:pt x="501" y="2179"/>
                    <a:pt x="596" y="2084"/>
                    <a:pt x="739" y="2084"/>
                  </a:cubicBezTo>
                  <a:lnTo>
                    <a:pt x="4907" y="2084"/>
                  </a:lnTo>
                  <a:cubicBezTo>
                    <a:pt x="5002" y="2084"/>
                    <a:pt x="5073" y="2013"/>
                    <a:pt x="5073" y="1918"/>
                  </a:cubicBezTo>
                  <a:cubicBezTo>
                    <a:pt x="5073" y="1846"/>
                    <a:pt x="5002" y="1775"/>
                    <a:pt x="4907" y="1775"/>
                  </a:cubicBezTo>
                  <a:lnTo>
                    <a:pt x="4073" y="1775"/>
                  </a:lnTo>
                  <a:cubicBezTo>
                    <a:pt x="4168" y="1465"/>
                    <a:pt x="4145" y="1155"/>
                    <a:pt x="4026" y="846"/>
                  </a:cubicBezTo>
                  <a:cubicBezTo>
                    <a:pt x="3883" y="512"/>
                    <a:pt x="3597" y="251"/>
                    <a:pt x="3264" y="108"/>
                  </a:cubicBezTo>
                  <a:cubicBezTo>
                    <a:pt x="3097" y="36"/>
                    <a:pt x="2918" y="0"/>
                    <a:pt x="2740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88" name="Google Shape;488;p37"/>
            <p:cNvSpPr/>
            <p:nvPr/>
          </p:nvSpPr>
          <p:spPr>
            <a:xfrm>
              <a:off x="4130793" y="2276448"/>
              <a:ext cx="47298" cy="25662"/>
            </a:xfrm>
            <a:custGeom>
              <a:rect b="b" l="l" r="r" t="t"/>
              <a:pathLst>
                <a:path extrusionOk="0" h="746" w="1406">
                  <a:moveTo>
                    <a:pt x="1207" y="1"/>
                  </a:moveTo>
                  <a:cubicBezTo>
                    <a:pt x="1193" y="1"/>
                    <a:pt x="1180" y="3"/>
                    <a:pt x="1167" y="7"/>
                  </a:cubicBezTo>
                  <a:lnTo>
                    <a:pt x="119" y="460"/>
                  </a:lnTo>
                  <a:cubicBezTo>
                    <a:pt x="48" y="483"/>
                    <a:pt x="0" y="579"/>
                    <a:pt x="24" y="650"/>
                  </a:cubicBezTo>
                  <a:cubicBezTo>
                    <a:pt x="48" y="721"/>
                    <a:pt x="119" y="745"/>
                    <a:pt x="167" y="745"/>
                  </a:cubicBezTo>
                  <a:lnTo>
                    <a:pt x="215" y="745"/>
                  </a:lnTo>
                  <a:lnTo>
                    <a:pt x="1286" y="293"/>
                  </a:lnTo>
                  <a:cubicBezTo>
                    <a:pt x="1358" y="269"/>
                    <a:pt x="1405" y="174"/>
                    <a:pt x="1358" y="102"/>
                  </a:cubicBezTo>
                  <a:cubicBezTo>
                    <a:pt x="1338" y="44"/>
                    <a:pt x="1270" y="1"/>
                    <a:pt x="120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89" name="Google Shape;489;p37"/>
            <p:cNvSpPr/>
            <p:nvPr/>
          </p:nvSpPr>
          <p:spPr>
            <a:xfrm>
              <a:off x="4137992" y="2301423"/>
              <a:ext cx="25667" cy="16237"/>
            </a:xfrm>
            <a:custGeom>
              <a:rect b="b" l="l" r="r" t="t"/>
              <a:pathLst>
                <a:path extrusionOk="0" h="472" w="763">
                  <a:moveTo>
                    <a:pt x="599" y="0"/>
                  </a:moveTo>
                  <a:cubicBezTo>
                    <a:pt x="576" y="0"/>
                    <a:pt x="551" y="6"/>
                    <a:pt x="525" y="19"/>
                  </a:cubicBezTo>
                  <a:lnTo>
                    <a:pt x="96" y="186"/>
                  </a:lnTo>
                  <a:cubicBezTo>
                    <a:pt x="24" y="234"/>
                    <a:pt x="1" y="305"/>
                    <a:pt x="24" y="376"/>
                  </a:cubicBezTo>
                  <a:cubicBezTo>
                    <a:pt x="48" y="448"/>
                    <a:pt x="96" y="472"/>
                    <a:pt x="167" y="472"/>
                  </a:cubicBezTo>
                  <a:lnTo>
                    <a:pt x="215" y="472"/>
                  </a:lnTo>
                  <a:lnTo>
                    <a:pt x="644" y="281"/>
                  </a:lnTo>
                  <a:cubicBezTo>
                    <a:pt x="715" y="257"/>
                    <a:pt x="763" y="162"/>
                    <a:pt x="739" y="91"/>
                  </a:cubicBezTo>
                  <a:cubicBezTo>
                    <a:pt x="705" y="39"/>
                    <a:pt x="658" y="0"/>
                    <a:pt x="59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90" name="Google Shape;490;p37"/>
            <p:cNvSpPr/>
            <p:nvPr/>
          </p:nvSpPr>
          <p:spPr>
            <a:xfrm>
              <a:off x="4161237" y="2507685"/>
              <a:ext cx="35288" cy="9873"/>
            </a:xfrm>
            <a:custGeom>
              <a:rect b="b" l="l" r="r" t="t"/>
              <a:pathLst>
                <a:path extrusionOk="0" h="287" w="1049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6"/>
                    <a:pt x="143" y="286"/>
                  </a:cubicBezTo>
                  <a:lnTo>
                    <a:pt x="905" y="286"/>
                  </a:lnTo>
                  <a:cubicBezTo>
                    <a:pt x="977" y="286"/>
                    <a:pt x="1048" y="215"/>
                    <a:pt x="1048" y="144"/>
                  </a:cubicBezTo>
                  <a:cubicBezTo>
                    <a:pt x="1048" y="48"/>
                    <a:pt x="977" y="1"/>
                    <a:pt x="90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91" name="Google Shape;491;p37"/>
            <p:cNvSpPr/>
            <p:nvPr/>
          </p:nvSpPr>
          <p:spPr>
            <a:xfrm>
              <a:off x="4161237" y="2525711"/>
              <a:ext cx="81745" cy="10698"/>
            </a:xfrm>
            <a:custGeom>
              <a:rect b="b" l="l" r="r" t="t"/>
              <a:pathLst>
                <a:path extrusionOk="0" h="311" w="243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86" y="310"/>
                  </a:lnTo>
                  <a:cubicBezTo>
                    <a:pt x="2358" y="310"/>
                    <a:pt x="2429" y="239"/>
                    <a:pt x="2429" y="143"/>
                  </a:cubicBezTo>
                  <a:cubicBezTo>
                    <a:pt x="2429" y="72"/>
                    <a:pt x="2358" y="1"/>
                    <a:pt x="228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38"/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fmla="val 1870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7" name="Google Shape;497;p38"/>
          <p:cNvSpPr/>
          <p:nvPr/>
        </p:nvSpPr>
        <p:spPr>
          <a:xfrm>
            <a:off x="3288425" y="1522006"/>
            <a:ext cx="2672801" cy="4678769"/>
          </a:xfrm>
          <a:prstGeom prst="roundRect">
            <a:avLst>
              <a:gd fmla="val 982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8" name="Google Shape;498;p38"/>
          <p:cNvSpPr/>
          <p:nvPr/>
        </p:nvSpPr>
        <p:spPr>
          <a:xfrm>
            <a:off x="6230774" y="1522006"/>
            <a:ext cx="2672801" cy="4678769"/>
          </a:xfrm>
          <a:prstGeom prst="roundRect">
            <a:avLst>
              <a:gd fmla="val 982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9" name="Google Shape;499;p38"/>
          <p:cNvSpPr/>
          <p:nvPr/>
        </p:nvSpPr>
        <p:spPr>
          <a:xfrm>
            <a:off x="9173123" y="1522006"/>
            <a:ext cx="2672801" cy="4678769"/>
          </a:xfrm>
          <a:prstGeom prst="roundRect">
            <a:avLst>
              <a:gd fmla="val 982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0" name="Google Shape;500;p38"/>
          <p:cNvSpPr/>
          <p:nvPr/>
        </p:nvSpPr>
        <p:spPr>
          <a:xfrm>
            <a:off x="346076" y="1522006"/>
            <a:ext cx="2672801" cy="4678769"/>
          </a:xfrm>
          <a:prstGeom prst="roundRect">
            <a:avLst>
              <a:gd fmla="val 982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1" name="Google Shape;501;p38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502" name="Google Shape;502;p38"/>
          <p:cNvSpPr txBox="1"/>
          <p:nvPr>
            <p:ph idx="1" type="body"/>
          </p:nvPr>
        </p:nvSpPr>
        <p:spPr>
          <a:xfrm>
            <a:off x="520913" y="2339783"/>
            <a:ext cx="2284071" cy="4236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600"/>
              <a:buNone/>
            </a:pPr>
            <a:r>
              <a:rPr b="1" lang="ru-RU" sz="1600">
                <a:solidFill>
                  <a:srgbClr val="310F53"/>
                </a:solidFill>
              </a:rPr>
              <a:t>Диспетчер ДДС</a:t>
            </a:r>
            <a:endParaRPr>
              <a:solidFill>
                <a:srgbClr val="F92571"/>
              </a:solidFill>
            </a:endParaRPr>
          </a:p>
        </p:txBody>
      </p:sp>
      <p:sp>
        <p:nvSpPr>
          <p:cNvPr id="503" name="Google Shape;503;p38"/>
          <p:cNvSpPr txBox="1"/>
          <p:nvPr>
            <p:ph idx="2" type="body"/>
          </p:nvPr>
        </p:nvSpPr>
        <p:spPr>
          <a:xfrm>
            <a:off x="520913" y="3128740"/>
            <a:ext cx="2284071" cy="2797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400"/>
              <a:buChar char="•"/>
            </a:pPr>
            <a:r>
              <a:rPr lang="ru-RU" sz="1400">
                <a:solidFill>
                  <a:srgbClr val="310F53"/>
                </a:solidFill>
              </a:rPr>
              <a:t>Принимает карточку от 112 в норматив и ведёт статусы.</a:t>
            </a:r>
            <a:endParaRPr>
              <a:solidFill>
                <a:schemeClr val="dk1"/>
              </a:solidFill>
            </a:endParaRPr>
          </a:p>
          <a:p>
            <a:pPr indent="-144688" lvl="0" marL="144688" rtl="0" algn="l">
              <a:lnSpc>
                <a:spcPct val="90000"/>
              </a:lnSpc>
              <a:spcBef>
                <a:spcPts val="1431"/>
              </a:spcBef>
              <a:spcAft>
                <a:spcPts val="0"/>
              </a:spcAft>
              <a:buClr>
                <a:srgbClr val="310F53"/>
              </a:buClr>
              <a:buSzPts val="1400"/>
              <a:buChar char="•"/>
            </a:pPr>
            <a:r>
              <a:rPr lang="ru-RU" sz="1400">
                <a:solidFill>
                  <a:srgbClr val="310F53"/>
                </a:solidFill>
              </a:rPr>
              <a:t>Звонит руководителям и бригаде, принимает доклады.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04" name="Google Shape;504;p38"/>
          <p:cNvSpPr txBox="1"/>
          <p:nvPr>
            <p:ph idx="3" type="body"/>
          </p:nvPr>
        </p:nvSpPr>
        <p:spPr>
          <a:xfrm>
            <a:off x="3457903" y="2373557"/>
            <a:ext cx="2337416" cy="4037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600"/>
              <a:buNone/>
            </a:pPr>
            <a:r>
              <a:rPr b="1" lang="ru-RU" sz="1600">
                <a:solidFill>
                  <a:srgbClr val="310F53"/>
                </a:solidFill>
              </a:rPr>
              <a:t>Виртуальный телефон</a:t>
            </a:r>
            <a:endParaRPr>
              <a:solidFill>
                <a:srgbClr val="F92571"/>
              </a:solidFill>
            </a:endParaRPr>
          </a:p>
        </p:txBody>
      </p:sp>
      <p:sp>
        <p:nvSpPr>
          <p:cNvPr id="505" name="Google Shape;505;p38"/>
          <p:cNvSpPr txBox="1"/>
          <p:nvPr>
            <p:ph idx="4" type="body"/>
          </p:nvPr>
        </p:nvSpPr>
        <p:spPr>
          <a:xfrm>
            <a:off x="3457903" y="3134070"/>
            <a:ext cx="2337416" cy="2797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400"/>
              <a:buChar char="•"/>
            </a:pPr>
            <a:r>
              <a:rPr lang="ru-RU" sz="1400">
                <a:solidFill>
                  <a:srgbClr val="310F53"/>
                </a:solidFill>
              </a:rPr>
              <a:t>Зелёный кружок: набор номера, справочник до 10 номеров.</a:t>
            </a:r>
            <a:endParaRPr>
              <a:solidFill>
                <a:schemeClr val="dk1"/>
              </a:solidFill>
            </a:endParaRPr>
          </a:p>
          <a:p>
            <a:pPr indent="-144688" lvl="0" marL="144688" rtl="0" algn="l">
              <a:lnSpc>
                <a:spcPct val="90000"/>
              </a:lnSpc>
              <a:spcBef>
                <a:spcPts val="1431"/>
              </a:spcBef>
              <a:spcAft>
                <a:spcPts val="0"/>
              </a:spcAft>
              <a:buClr>
                <a:srgbClr val="310F53"/>
              </a:buClr>
              <a:buSzPts val="1400"/>
              <a:buChar char="•"/>
            </a:pPr>
            <a:r>
              <a:rPr lang="ru-RU" sz="1400">
                <a:solidFill>
                  <a:srgbClr val="310F53"/>
                </a:solidFill>
              </a:rPr>
              <a:t>Собеседники торопят, уточняют, докладывают с места.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06" name="Google Shape;506;p38"/>
          <p:cNvSpPr txBox="1"/>
          <p:nvPr>
            <p:ph idx="5" type="body"/>
          </p:nvPr>
        </p:nvSpPr>
        <p:spPr>
          <a:xfrm>
            <a:off x="6456363" y="2379657"/>
            <a:ext cx="2268537" cy="403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600"/>
              <a:buNone/>
            </a:pPr>
            <a:r>
              <a:rPr b="1" lang="ru-RU" sz="1600">
                <a:solidFill>
                  <a:srgbClr val="310F53"/>
                </a:solidFill>
              </a:rPr>
              <a:t>Преподаватель</a:t>
            </a:r>
            <a:endParaRPr>
              <a:solidFill>
                <a:srgbClr val="F92571"/>
              </a:solidFill>
            </a:endParaRPr>
          </a:p>
        </p:txBody>
      </p:sp>
      <p:sp>
        <p:nvSpPr>
          <p:cNvPr id="507" name="Google Shape;507;p38"/>
          <p:cNvSpPr txBox="1"/>
          <p:nvPr>
            <p:ph idx="6" type="body"/>
          </p:nvPr>
        </p:nvSpPr>
        <p:spPr>
          <a:xfrm>
            <a:off x="6456363" y="3136604"/>
            <a:ext cx="2268537" cy="2797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400"/>
              <a:buChar char="•"/>
            </a:pPr>
            <a:r>
              <a:rPr lang="ru-RU" sz="1400">
                <a:solidFill>
                  <a:srgbClr val="310F53"/>
                </a:solidFill>
              </a:rPr>
              <a:t>Ведёт занятия, видит группу вживую.</a:t>
            </a:r>
            <a:endParaRPr>
              <a:solidFill>
                <a:schemeClr val="dk1"/>
              </a:solidFill>
            </a:endParaRPr>
          </a:p>
          <a:p>
            <a:pPr indent="-144688" lvl="0" marL="144688" rtl="0" algn="l">
              <a:lnSpc>
                <a:spcPct val="90000"/>
              </a:lnSpc>
              <a:spcBef>
                <a:spcPts val="1431"/>
              </a:spcBef>
              <a:spcAft>
                <a:spcPts val="0"/>
              </a:spcAft>
              <a:buClr>
                <a:srgbClr val="310F53"/>
              </a:buClr>
              <a:buSzPts val="1400"/>
              <a:buChar char="•"/>
            </a:pPr>
            <a:r>
              <a:rPr lang="ru-RU" sz="1400">
                <a:solidFill>
                  <a:srgbClr val="310F53"/>
                </a:solidFill>
              </a:rPr>
              <a:t>Задания пишет ИИ, отчёты и советы по каждому.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08" name="Google Shape;508;p38"/>
          <p:cNvSpPr txBox="1"/>
          <p:nvPr>
            <p:ph idx="7" type="body"/>
          </p:nvPr>
        </p:nvSpPr>
        <p:spPr>
          <a:xfrm>
            <a:off x="9407534" y="2339783"/>
            <a:ext cx="2263553" cy="4236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600"/>
              <a:buNone/>
            </a:pPr>
            <a:r>
              <a:rPr b="1" lang="ru-RU" sz="1600">
                <a:solidFill>
                  <a:srgbClr val="310F53"/>
                </a:solidFill>
              </a:rPr>
              <a:t>Администратор</a:t>
            </a:r>
            <a:endParaRPr>
              <a:solidFill>
                <a:srgbClr val="F92571"/>
              </a:solidFill>
            </a:endParaRPr>
          </a:p>
        </p:txBody>
      </p:sp>
      <p:sp>
        <p:nvSpPr>
          <p:cNvPr id="509" name="Google Shape;509;p38"/>
          <p:cNvSpPr txBox="1"/>
          <p:nvPr>
            <p:ph idx="8" type="body"/>
          </p:nvPr>
        </p:nvSpPr>
        <p:spPr>
          <a:xfrm>
            <a:off x="9407534" y="3128739"/>
            <a:ext cx="2263553" cy="2797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400"/>
              <a:buChar char="•"/>
            </a:pPr>
            <a:r>
              <a:rPr lang="ru-RU" sz="1400">
                <a:solidFill>
                  <a:srgbClr val="310F53"/>
                </a:solidFill>
              </a:rPr>
              <a:t>Пользователи и состояние сервисов.</a:t>
            </a:r>
            <a:endParaRPr>
              <a:solidFill>
                <a:schemeClr val="dk1"/>
              </a:solidFill>
            </a:endParaRPr>
          </a:p>
          <a:p>
            <a:pPr indent="-144688" lvl="0" marL="144688" rtl="0" algn="l">
              <a:lnSpc>
                <a:spcPct val="90000"/>
              </a:lnSpc>
              <a:spcBef>
                <a:spcPts val="1431"/>
              </a:spcBef>
              <a:spcAft>
                <a:spcPts val="0"/>
              </a:spcAft>
              <a:buClr>
                <a:srgbClr val="310F53"/>
              </a:buClr>
              <a:buSzPts val="1400"/>
              <a:buChar char="•"/>
            </a:pPr>
            <a:r>
              <a:rPr lang="ru-RU" sz="1400">
                <a:solidFill>
                  <a:srgbClr val="310F53"/>
                </a:solidFill>
              </a:rPr>
              <a:t>Журнал аудита, резервные копии.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10" name="Google Shape;510;p38"/>
          <p:cNvSpPr txBox="1"/>
          <p:nvPr>
            <p:ph type="title"/>
          </p:nvPr>
        </p:nvSpPr>
        <p:spPr>
          <a:xfrm>
            <a:off x="525817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96"/>
              <a:buFont typeface="Montserrat"/>
              <a:buNone/>
            </a:pPr>
            <a:r>
              <a:rPr b="1" lang="ru-RU" sz="1997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rPr>
              <a:t>ЧТО УМЕЕТ</a:t>
            </a:r>
            <a:endParaRPr/>
          </a:p>
        </p:txBody>
      </p:sp>
      <p:sp>
        <p:nvSpPr>
          <p:cNvPr id="511" name="Google Shape;511;p38"/>
          <p:cNvSpPr txBox="1"/>
          <p:nvPr>
            <p:ph idx="16" type="body"/>
          </p:nvPr>
        </p:nvSpPr>
        <p:spPr>
          <a:xfrm>
            <a:off x="520913" y="1772416"/>
            <a:ext cx="771003" cy="4236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C3777"/>
              </a:buClr>
              <a:buSzPts val="2800"/>
              <a:buNone/>
            </a:pPr>
            <a:r>
              <a:rPr b="1" lang="ru-RU">
                <a:solidFill>
                  <a:srgbClr val="FC3777"/>
                </a:solidFill>
              </a:rPr>
              <a:t>01</a:t>
            </a:r>
            <a:endParaRPr b="1">
              <a:solidFill>
                <a:schemeClr val="accent5"/>
              </a:solidFill>
            </a:endParaRPr>
          </a:p>
        </p:txBody>
      </p:sp>
      <p:sp>
        <p:nvSpPr>
          <p:cNvPr id="512" name="Google Shape;512;p38"/>
          <p:cNvSpPr txBox="1"/>
          <p:nvPr>
            <p:ph idx="17" type="body"/>
          </p:nvPr>
        </p:nvSpPr>
        <p:spPr>
          <a:xfrm>
            <a:off x="3449944" y="1766200"/>
            <a:ext cx="771003" cy="4037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C3777"/>
              </a:buClr>
              <a:buSzPts val="2800"/>
              <a:buNone/>
            </a:pPr>
            <a:r>
              <a:rPr b="1" lang="ru-RU">
                <a:solidFill>
                  <a:srgbClr val="FC3777"/>
                </a:solidFill>
              </a:rPr>
              <a:t>02</a:t>
            </a:r>
            <a:endParaRPr b="1">
              <a:solidFill>
                <a:schemeClr val="accent5"/>
              </a:solidFill>
            </a:endParaRPr>
          </a:p>
        </p:txBody>
      </p:sp>
      <p:sp>
        <p:nvSpPr>
          <p:cNvPr id="513" name="Google Shape;513;p38"/>
          <p:cNvSpPr txBox="1"/>
          <p:nvPr>
            <p:ph idx="18" type="body"/>
          </p:nvPr>
        </p:nvSpPr>
        <p:spPr>
          <a:xfrm>
            <a:off x="6456363" y="1766043"/>
            <a:ext cx="771003" cy="403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C3777"/>
              </a:buClr>
              <a:buSzPts val="2800"/>
              <a:buNone/>
            </a:pPr>
            <a:r>
              <a:rPr b="1" lang="ru-RU">
                <a:solidFill>
                  <a:srgbClr val="FC3777"/>
                </a:solidFill>
              </a:rPr>
              <a:t>03</a:t>
            </a:r>
            <a:endParaRPr b="1">
              <a:solidFill>
                <a:schemeClr val="accent5"/>
              </a:solidFill>
            </a:endParaRPr>
          </a:p>
        </p:txBody>
      </p:sp>
      <p:sp>
        <p:nvSpPr>
          <p:cNvPr id="514" name="Google Shape;514;p38"/>
          <p:cNvSpPr txBox="1"/>
          <p:nvPr>
            <p:ph idx="19" type="body"/>
          </p:nvPr>
        </p:nvSpPr>
        <p:spPr>
          <a:xfrm>
            <a:off x="9407534" y="1772416"/>
            <a:ext cx="771003" cy="4236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C3777"/>
              </a:buClr>
              <a:buSzPts val="2800"/>
              <a:buNone/>
            </a:pPr>
            <a:r>
              <a:rPr b="1" lang="ru-RU">
                <a:solidFill>
                  <a:srgbClr val="FC3777"/>
                </a:solidFill>
              </a:rPr>
              <a:t>04</a:t>
            </a:r>
            <a:endParaRPr b="1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39"/>
          <p:cNvSpPr txBox="1"/>
          <p:nvPr>
            <p:ph type="title"/>
          </p:nvPr>
        </p:nvSpPr>
        <p:spPr>
          <a:xfrm>
            <a:off x="533490" y="370426"/>
            <a:ext cx="5562510" cy="4423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Montserrat"/>
              <a:buNone/>
            </a:pPr>
            <a:r>
              <a:rPr lang="ru-RU">
                <a:solidFill>
                  <a:srgbClr val="FFFFFF"/>
                </a:solidFill>
              </a:rPr>
              <a:t>РЕЕСТР ПРОИСШЕСТВИЙ</a:t>
            </a:r>
            <a:endParaRPr sz="2000">
              <a:solidFill>
                <a:schemeClr val="accent5"/>
              </a:solidFill>
            </a:endParaRPr>
          </a:p>
        </p:txBody>
      </p:sp>
      <p:sp>
        <p:nvSpPr>
          <p:cNvPr id="520" name="Google Shape;520;p39"/>
          <p:cNvSpPr txBox="1"/>
          <p:nvPr>
            <p:ph idx="4294967295" type="sldNum"/>
          </p:nvPr>
        </p:nvSpPr>
        <p:spPr>
          <a:xfrm>
            <a:off x="11441475" y="6356350"/>
            <a:ext cx="558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>
                <a:solidFill>
                  <a:schemeClr val="accent5"/>
                </a:solidFill>
              </a:rPr>
              <a:t>‹#›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521" name="Google Shape;521;p39"/>
          <p:cNvSpPr txBox="1"/>
          <p:nvPr/>
        </p:nvSpPr>
        <p:spPr>
          <a:xfrm>
            <a:off x="518160" y="5569496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Список вызовов, колонки и статусы как в боевом АРМ-112. Диспетчер сразу в своей среде.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Регистрация проишествий.jpg" id="522" name="Google Shape;522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82088" y="1490472"/>
            <a:ext cx="7233920" cy="4069080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39"/>
          <p:cNvSpPr txBox="1"/>
          <p:nvPr/>
        </p:nvSpPr>
        <p:spPr>
          <a:xfrm>
            <a:off x="109728" y="173736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ru-RU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Поиск и фильтры по вызовам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4" name="Google Shape;524;p39"/>
          <p:cNvCxnSpPr/>
          <p:nvPr/>
        </p:nvCxnSpPr>
        <p:spPr>
          <a:xfrm flipH="1" rot="10800000">
            <a:off x="2395728" y="1978761"/>
            <a:ext cx="2111857" cy="170079"/>
          </a:xfrm>
          <a:prstGeom prst="straightConnector1">
            <a:avLst/>
          </a:prstGeom>
          <a:noFill/>
          <a:ln cap="flat" cmpd="sng" w="31750">
            <a:solidFill>
              <a:srgbClr val="FF1F5A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525" name="Google Shape;525;p39"/>
          <p:cNvSpPr txBox="1"/>
          <p:nvPr/>
        </p:nvSpPr>
        <p:spPr>
          <a:xfrm>
            <a:off x="109728" y="3108960"/>
            <a:ext cx="22860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ru-RU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Список вызовов как в АРМ</a:t>
            </a:r>
            <a:r>
              <a:rPr b="1" lang="ru-RU" sz="1250">
                <a:solidFill>
                  <a:srgbClr val="FFFFFF"/>
                </a:solidFill>
              </a:rPr>
              <a:t> диспетчера ДДС </a:t>
            </a:r>
            <a:endParaRPr b="1" sz="1250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1" sz="1250">
              <a:solidFill>
                <a:srgbClr val="FFFFFF"/>
              </a:solidFill>
            </a:endParaRPr>
          </a:p>
        </p:txBody>
      </p:sp>
      <p:cxnSp>
        <p:nvCxnSpPr>
          <p:cNvPr id="526" name="Google Shape;526;p39"/>
          <p:cNvCxnSpPr/>
          <p:nvPr/>
        </p:nvCxnSpPr>
        <p:spPr>
          <a:xfrm flipH="1" rot="10800000">
            <a:off x="2395728" y="2873959"/>
            <a:ext cx="2473553" cy="646481"/>
          </a:xfrm>
          <a:prstGeom prst="straightConnector1">
            <a:avLst/>
          </a:prstGeom>
          <a:noFill/>
          <a:ln cap="flat" cmpd="sng" w="31750">
            <a:solidFill>
              <a:srgbClr val="FF1F5A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527" name="Google Shape;527;p39"/>
          <p:cNvSpPr txBox="1"/>
          <p:nvPr/>
        </p:nvSpPr>
        <p:spPr>
          <a:xfrm>
            <a:off x="9825736" y="2194560"/>
            <a:ext cx="2317496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ru-RU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Панель тренажёра: служба, норматив, подсказки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8" name="Google Shape;528;p39"/>
          <p:cNvCxnSpPr/>
          <p:nvPr/>
        </p:nvCxnSpPr>
        <p:spPr>
          <a:xfrm flipH="1">
            <a:off x="9209633" y="2606040"/>
            <a:ext cx="616103" cy="105156"/>
          </a:xfrm>
          <a:prstGeom prst="straightConnector1">
            <a:avLst/>
          </a:prstGeom>
          <a:noFill/>
          <a:ln cap="flat" cmpd="sng" w="31750">
            <a:solidFill>
              <a:srgbClr val="FF1F5A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40"/>
          <p:cNvSpPr txBox="1"/>
          <p:nvPr>
            <p:ph type="title"/>
          </p:nvPr>
        </p:nvSpPr>
        <p:spPr>
          <a:xfrm>
            <a:off x="533490" y="370426"/>
            <a:ext cx="5562510" cy="4423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Montserrat"/>
              <a:buNone/>
            </a:pPr>
            <a:r>
              <a:rPr lang="ru-RU">
                <a:solidFill>
                  <a:srgbClr val="FFFFFF"/>
                </a:solidFill>
              </a:rPr>
              <a:t>ОДИН В ОДИН С ЖИВОЙ СИСТЕМОЙ</a:t>
            </a:r>
            <a:endParaRPr sz="2000">
              <a:solidFill>
                <a:schemeClr val="accent5"/>
              </a:solidFill>
            </a:endParaRPr>
          </a:p>
        </p:txBody>
      </p:sp>
      <p:sp>
        <p:nvSpPr>
          <p:cNvPr id="534" name="Google Shape;534;p40"/>
          <p:cNvSpPr txBox="1"/>
          <p:nvPr>
            <p:ph idx="4294967295" type="sldNum"/>
          </p:nvPr>
        </p:nvSpPr>
        <p:spPr>
          <a:xfrm>
            <a:off x="11441475" y="6356350"/>
            <a:ext cx="558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>
                <a:solidFill>
                  <a:schemeClr val="accent5"/>
                </a:solidFill>
              </a:rPr>
              <a:t>‹#›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535" name="Google Shape;535;p40"/>
          <p:cNvSpPr txBox="1"/>
          <p:nvPr/>
        </p:nvSpPr>
        <p:spPr>
          <a:xfrm>
            <a:off x="518160" y="5569496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Слева живая система ГБУ «Система 112», справа наш тренажёр. Интерфейс повторён один в один.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ompare.png" id="536" name="Google Shape;53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2387" y="1554480"/>
            <a:ext cx="11153320" cy="37856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43"/>
          <p:cNvSpPr txBox="1"/>
          <p:nvPr>
            <p:ph type="title"/>
          </p:nvPr>
        </p:nvSpPr>
        <p:spPr>
          <a:xfrm>
            <a:off x="533490" y="370426"/>
            <a:ext cx="5562510" cy="4423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Montserrat"/>
              <a:buNone/>
            </a:pPr>
            <a:r>
              <a:rPr lang="ru-RU">
                <a:solidFill>
                  <a:srgbClr val="FFFFFF"/>
                </a:solidFill>
              </a:rPr>
              <a:t>КАРТОЧКА ПРОИСШЕСТВИЯ</a:t>
            </a:r>
            <a:endParaRPr sz="2000">
              <a:solidFill>
                <a:schemeClr val="accent5"/>
              </a:solidFill>
            </a:endParaRPr>
          </a:p>
        </p:txBody>
      </p:sp>
      <p:sp>
        <p:nvSpPr>
          <p:cNvPr id="570" name="Google Shape;570;p43"/>
          <p:cNvSpPr txBox="1"/>
          <p:nvPr>
            <p:ph idx="4294967295" type="sldNum"/>
          </p:nvPr>
        </p:nvSpPr>
        <p:spPr>
          <a:xfrm>
            <a:off x="11441475" y="6356350"/>
            <a:ext cx="558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>
                <a:solidFill>
                  <a:schemeClr val="accent5"/>
                </a:solidFill>
              </a:rPr>
              <a:t>‹#›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571" name="Google Shape;571;p43"/>
          <p:cNvSpPr txBox="1"/>
          <p:nvPr/>
        </p:nvSpPr>
        <p:spPr>
          <a:xfrm>
            <a:off x="518160" y="5569496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Карточка пришла от оператора 112, редактировать её нельзя, как в жизни. Диспетчер проверяет данные, принимает решение и ведёт статусы.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Открытая карточка вызова.jpg" id="572" name="Google Shape;572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78024" y="1490757"/>
            <a:ext cx="7232904" cy="4068508"/>
          </a:xfrm>
          <a:prstGeom prst="rect">
            <a:avLst/>
          </a:prstGeom>
          <a:noFill/>
          <a:ln>
            <a:noFill/>
          </a:ln>
        </p:spPr>
      </p:pic>
      <p:sp>
        <p:nvSpPr>
          <p:cNvPr id="573" name="Google Shape;573;p43"/>
          <p:cNvSpPr txBox="1"/>
          <p:nvPr/>
        </p:nvSpPr>
        <p:spPr>
          <a:xfrm>
            <a:off x="109728" y="160020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ru-RU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Данные от 112: заявитель, адрес, описание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4" name="Connector 573"/>
          <p:cNvCxnSpPr/>
          <p:nvPr/>
        </p:nvCxnSpPr>
        <p:spPr>
          <a:xfrm>
            <a:off x="2395728" y="1874519"/>
            <a:ext cx="1438465" cy="701174"/>
          </a:xfrm>
          <a:prstGeom prst="line">
            <a:avLst/>
          </a:prstGeom>
          <a:ln w="31750">
            <a:solidFill>
              <a:srgbClr val="FF1F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0" name="Google Shape;573;p43"/>
          <p:cNvSpPr txBox="1"/>
          <p:nvPr/>
        </p:nvSpPr>
        <p:spPr>
          <a:xfrm>
            <a:off x="109728" y="297180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ru-RU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Флажок: отметить ошибку оператора 112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5" name="Connector 574"/>
          <p:cNvCxnSpPr/>
          <p:nvPr/>
        </p:nvCxnSpPr>
        <p:spPr>
          <a:xfrm flipV="1">
            <a:off x="2395728" y="2575693"/>
            <a:ext cx="2139153" cy="670427"/>
          </a:xfrm>
          <a:prstGeom prst="line">
            <a:avLst/>
          </a:prstGeom>
          <a:ln w="31750">
            <a:solidFill>
              <a:srgbClr val="FF1F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1" name="Google Shape;573;p43"/>
          <p:cNvSpPr txBox="1"/>
          <p:nvPr/>
        </p:nvSpPr>
        <p:spPr>
          <a:xfrm>
            <a:off x="109728" y="434340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ru-RU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Статусы службы и номер наряда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6" name="Connector 575"/>
          <p:cNvCxnSpPr/>
          <p:nvPr/>
        </p:nvCxnSpPr>
        <p:spPr>
          <a:xfrm flipV="1">
            <a:off x="2395728" y="4316110"/>
            <a:ext cx="1122025" cy="301610"/>
          </a:xfrm>
          <a:prstGeom prst="line">
            <a:avLst/>
          </a:prstGeom>
          <a:ln w="31750">
            <a:solidFill>
              <a:srgbClr val="FF1F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2" name="Google Shape;573;p43"/>
          <p:cNvSpPr txBox="1"/>
          <p:nvPr/>
        </p:nvSpPr>
        <p:spPr>
          <a:xfrm>
            <a:off x="9829800" y="1600200"/>
            <a:ext cx="2313432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ru-RU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Норматив 30 секунд на «Принята»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7" name="Connector 576"/>
          <p:cNvCxnSpPr/>
          <p:nvPr/>
        </p:nvCxnSpPr>
        <p:spPr>
          <a:xfrm flipH="1">
            <a:off x="9032843" y="1874519"/>
            <a:ext cx="796957" cy="737338"/>
          </a:xfrm>
          <a:prstGeom prst="line">
            <a:avLst/>
          </a:prstGeom>
          <a:ln w="31750">
            <a:solidFill>
              <a:srgbClr val="FF1F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3" name="Google Shape;573;p43"/>
          <p:cNvSpPr txBox="1"/>
          <p:nvPr/>
        </p:nvSpPr>
        <p:spPr>
          <a:xfrm>
            <a:off x="9829800" y="2971800"/>
            <a:ext cx="2313432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ru-RU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Панель тренажёра: подсказки и итог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8" name="Connector 577"/>
          <p:cNvCxnSpPr/>
          <p:nvPr/>
        </p:nvCxnSpPr>
        <p:spPr>
          <a:xfrm flipH="1" flipV="1">
            <a:off x="9032843" y="3118161"/>
            <a:ext cx="796957" cy="127959"/>
          </a:xfrm>
          <a:prstGeom prst="line">
            <a:avLst/>
          </a:prstGeom>
          <a:ln w="31750">
            <a:solidFill>
              <a:srgbClr val="FF1F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4" name="Google Shape;573;p43"/>
          <p:cNvSpPr txBox="1"/>
          <p:nvPr/>
        </p:nvSpPr>
        <p:spPr>
          <a:xfrm>
            <a:off x="9829800" y="4343400"/>
            <a:ext cx="2313432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ru-RU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Зелёный кружок: телефон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9" name="Connector 578"/>
          <p:cNvCxnSpPr/>
          <p:nvPr/>
        </p:nvCxnSpPr>
        <p:spPr>
          <a:xfrm flipH="1">
            <a:off x="8368320" y="4617720"/>
            <a:ext cx="1461480" cy="489489"/>
          </a:xfrm>
          <a:prstGeom prst="line">
            <a:avLst/>
          </a:prstGeom>
          <a:ln w="31750">
            <a:solidFill>
              <a:srgbClr val="FF1F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44"/>
          <p:cNvSpPr txBox="1"/>
          <p:nvPr>
            <p:ph type="title"/>
          </p:nvPr>
        </p:nvSpPr>
        <p:spPr>
          <a:xfrm>
            <a:off x="533490" y="370426"/>
            <a:ext cx="5562510" cy="4423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Montserrat"/>
              <a:buNone/>
            </a:pPr>
            <a:r>
              <a:rPr lang="ru-RU">
                <a:solidFill>
                  <a:srgbClr val="FFFFFF"/>
                </a:solidFill>
              </a:rPr>
              <a:t>ВИРТУАЛЬНЫЙ ТЕЛЕФОН</a:t>
            </a:r>
            <a:endParaRPr sz="2000">
              <a:solidFill>
                <a:schemeClr val="accent5"/>
              </a:solidFill>
            </a:endParaRPr>
          </a:p>
        </p:txBody>
      </p:sp>
      <p:sp>
        <p:nvSpPr>
          <p:cNvPr id="584" name="Google Shape;584;p44"/>
          <p:cNvSpPr txBox="1"/>
          <p:nvPr>
            <p:ph idx="4294967295" type="sldNum"/>
          </p:nvPr>
        </p:nvSpPr>
        <p:spPr>
          <a:xfrm>
            <a:off x="11441475" y="6356350"/>
            <a:ext cx="558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>
                <a:solidFill>
                  <a:schemeClr val="accent5"/>
                </a:solidFill>
              </a:rPr>
              <a:t>‹#›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585" name="Google Shape;585;p44"/>
          <p:cNvSpPr txBox="1"/>
          <p:nvPr/>
        </p:nvSpPr>
        <p:spPr>
          <a:xfrm>
            <a:off x="518160" y="5569496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Зелёный кружок открывает телефон. Диспетчер набирает номер сам, слышит гудки, говорит голосом. Звонок заявителю только с разрешения преподавателя.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ЭКРАН ТЕЛЕФОНИИ  ЗВОНКА В СЛУЖБУ.jpg" id="586" name="Google Shape;586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78024" y="1490757"/>
            <a:ext cx="7232904" cy="4068508"/>
          </a:xfrm>
          <a:prstGeom prst="rect">
            <a:avLst/>
          </a:prstGeom>
          <a:noFill/>
          <a:ln>
            <a:noFill/>
          </a:ln>
        </p:spPr>
      </p:pic>
      <p:sp>
        <p:nvSpPr>
          <p:cNvPr id="573" name="Google Shape;573;p43"/>
          <p:cNvSpPr txBox="1"/>
          <p:nvPr/>
        </p:nvSpPr>
        <p:spPr>
          <a:xfrm>
            <a:off x="109728" y="160020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ru-RU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Клавиатура: номер набирается вручную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7" name="Connector 586"/>
          <p:cNvCxnSpPr/>
          <p:nvPr/>
        </p:nvCxnSpPr>
        <p:spPr>
          <a:xfrm>
            <a:off x="2395728" y="1874519"/>
            <a:ext cx="3246691" cy="1108025"/>
          </a:xfrm>
          <a:prstGeom prst="line">
            <a:avLst/>
          </a:prstGeom>
          <a:ln w="31750">
            <a:solidFill>
              <a:srgbClr val="FF1F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2" name="Google Shape;573;p43"/>
          <p:cNvSpPr txBox="1"/>
          <p:nvPr/>
        </p:nvSpPr>
        <p:spPr>
          <a:xfrm>
            <a:off x="109728" y="297180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ru-RU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«Вызов»: гудки, затем ответ голосом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8" name="Connector 587"/>
          <p:cNvCxnSpPr/>
          <p:nvPr/>
        </p:nvCxnSpPr>
        <p:spPr>
          <a:xfrm>
            <a:off x="2395728" y="3246120"/>
            <a:ext cx="3246691" cy="233686"/>
          </a:xfrm>
          <a:prstGeom prst="line">
            <a:avLst/>
          </a:prstGeom>
          <a:ln w="31750">
            <a:solidFill>
              <a:srgbClr val="FF1F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3" name="Google Shape;573;p43"/>
          <p:cNvSpPr txBox="1"/>
          <p:nvPr/>
        </p:nvSpPr>
        <p:spPr>
          <a:xfrm>
            <a:off x="109728" y="434340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ru-RU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Справочник: 4 роли заказчика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9" name="Connector 588"/>
          <p:cNvCxnSpPr/>
          <p:nvPr/>
        </p:nvCxnSpPr>
        <p:spPr>
          <a:xfrm flipV="1">
            <a:off x="2395728" y="4022274"/>
            <a:ext cx="3246691" cy="595446"/>
          </a:xfrm>
          <a:prstGeom prst="line">
            <a:avLst/>
          </a:prstGeom>
          <a:ln w="31750">
            <a:solidFill>
              <a:srgbClr val="FF1F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4" name="Google Shape;573;p43"/>
          <p:cNvSpPr txBox="1"/>
          <p:nvPr/>
        </p:nvSpPr>
        <p:spPr>
          <a:xfrm>
            <a:off x="9829800" y="2194560"/>
            <a:ext cx="2313432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ru-RU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Номера задаёт преподаватель, до 10 на службу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0" name="Connector 589"/>
          <p:cNvCxnSpPr/>
          <p:nvPr/>
        </p:nvCxnSpPr>
        <p:spPr>
          <a:xfrm flipH="1">
            <a:off x="6447080" y="2468879"/>
            <a:ext cx="3382720" cy="1666409"/>
          </a:xfrm>
          <a:prstGeom prst="line">
            <a:avLst/>
          </a:prstGeom>
          <a:ln w="31750">
            <a:solidFill>
              <a:srgbClr val="FF1F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5" name="Google Shape;573;p43"/>
          <p:cNvSpPr txBox="1"/>
          <p:nvPr/>
        </p:nvSpPr>
        <p:spPr>
          <a:xfrm>
            <a:off x="9829800" y="4023360"/>
            <a:ext cx="2313432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ru-RU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Нажал кружок, и можно звонить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1" name="Connector 590"/>
          <p:cNvCxnSpPr/>
          <p:nvPr/>
        </p:nvCxnSpPr>
        <p:spPr>
          <a:xfrm flipH="1">
            <a:off x="8368320" y="4297680"/>
            <a:ext cx="1461480" cy="809529"/>
          </a:xfrm>
          <a:prstGeom prst="line">
            <a:avLst/>
          </a:prstGeom>
          <a:ln w="31750">
            <a:solidFill>
              <a:srgbClr val="FF1F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45"/>
          <p:cNvSpPr txBox="1"/>
          <p:nvPr>
            <p:ph type="title"/>
          </p:nvPr>
        </p:nvSpPr>
        <p:spPr>
          <a:xfrm>
            <a:off x="533490" y="370426"/>
            <a:ext cx="5562510" cy="4423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Montserrat"/>
              <a:buNone/>
            </a:pPr>
            <a:r>
              <a:rPr lang="ru-RU">
                <a:solidFill>
                  <a:srgbClr val="FFFFFF"/>
                </a:solidFill>
              </a:rPr>
              <a:t>СПРАВОЧНИК ТЕЛЕФОНОВ</a:t>
            </a:r>
            <a:endParaRPr sz="2000">
              <a:solidFill>
                <a:schemeClr val="accent5"/>
              </a:solidFill>
            </a:endParaRPr>
          </a:p>
        </p:txBody>
      </p:sp>
      <p:sp>
        <p:nvSpPr>
          <p:cNvPr id="598" name="Google Shape;598;p45"/>
          <p:cNvSpPr txBox="1"/>
          <p:nvPr>
            <p:ph idx="4294967295" type="sldNum"/>
          </p:nvPr>
        </p:nvSpPr>
        <p:spPr>
          <a:xfrm>
            <a:off x="11441475" y="6356350"/>
            <a:ext cx="558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>
                <a:solidFill>
                  <a:schemeClr val="accent5"/>
                </a:solidFill>
              </a:rPr>
              <a:t>‹#›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599" name="Google Shape;599;p45"/>
          <p:cNvSpPr txBox="1"/>
          <p:nvPr/>
        </p:nvSpPr>
        <p:spPr>
          <a:xfrm>
            <a:off x="518160" y="5569496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Преподаватель сам решает, кому диспетчер сможет позвонить на занятии: должность, ФИО и короткий номер, не больше 10 на службу.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jpg" id="600" name="Google Shape;600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39212" y="1490472"/>
            <a:ext cx="6510528" cy="4069080"/>
          </a:xfrm>
          <a:prstGeom prst="rect">
            <a:avLst/>
          </a:prstGeom>
          <a:noFill/>
          <a:ln>
            <a:noFill/>
          </a:ln>
        </p:spPr>
      </p:pic>
      <p:sp>
        <p:nvSpPr>
          <p:cNvPr id="573" name="Google Shape;573;p43"/>
          <p:cNvSpPr txBox="1"/>
          <p:nvPr/>
        </p:nvSpPr>
        <p:spPr>
          <a:xfrm>
            <a:off x="109728" y="173736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ru-RU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Выбор службы: Мосгаз, Мосводоканал, МОЭК, ЖКХ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1" name="Connector 600"/>
          <p:cNvCxnSpPr/>
          <p:nvPr/>
        </p:nvCxnSpPr>
        <p:spPr>
          <a:xfrm>
            <a:off x="2395728" y="2011679"/>
            <a:ext cx="1460754" cy="312954"/>
          </a:xfrm>
          <a:prstGeom prst="line">
            <a:avLst/>
          </a:prstGeom>
          <a:ln w="31750">
            <a:solidFill>
              <a:srgbClr val="FF1F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4" name="Google Shape;573;p43"/>
          <p:cNvSpPr txBox="1"/>
          <p:nvPr/>
        </p:nvSpPr>
        <p:spPr>
          <a:xfrm>
            <a:off x="109728" y="329184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ru-RU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Руководитель, начальник отдела, начальник и специалист бригады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2" name="Connector 601"/>
          <p:cNvCxnSpPr/>
          <p:nvPr/>
        </p:nvCxnSpPr>
        <p:spPr>
          <a:xfrm flipV="1">
            <a:off x="2395728" y="3057067"/>
            <a:ext cx="1460754" cy="509093"/>
          </a:xfrm>
          <a:prstGeom prst="line">
            <a:avLst/>
          </a:prstGeom>
          <a:ln w="31750">
            <a:solidFill>
              <a:srgbClr val="FF1F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5" name="Google Shape;573;p43"/>
          <p:cNvSpPr txBox="1"/>
          <p:nvPr/>
        </p:nvSpPr>
        <p:spPr>
          <a:xfrm>
            <a:off x="9829800" y="3291840"/>
            <a:ext cx="2313432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ru-RU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Добавить номер, до 10 на службу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3" name="Connector 602"/>
          <p:cNvCxnSpPr/>
          <p:nvPr/>
        </p:nvCxnSpPr>
        <p:spPr>
          <a:xfrm flipH="1">
            <a:off x="8129016" y="3566160"/>
            <a:ext cx="1700784" cy="154167"/>
          </a:xfrm>
          <a:prstGeom prst="line">
            <a:avLst/>
          </a:prstGeom>
          <a:ln w="31750">
            <a:solidFill>
              <a:srgbClr val="FF1F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47"/>
          <p:cNvSpPr txBox="1"/>
          <p:nvPr>
            <p:ph type="title"/>
          </p:nvPr>
        </p:nvSpPr>
        <p:spPr>
          <a:xfrm>
            <a:off x="533490" y="370426"/>
            <a:ext cx="5562510" cy="4423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Montserrat"/>
              <a:buNone/>
            </a:pPr>
            <a:r>
              <a:rPr lang="ru-RU">
                <a:solidFill>
                  <a:srgbClr val="FFFFFF"/>
                </a:solidFill>
              </a:rPr>
              <a:t>ОЦЕНКА И ПРОГНОЗ ГОТОВНОСТИ</a:t>
            </a:r>
            <a:endParaRPr sz="2000">
              <a:solidFill>
                <a:schemeClr val="accent5"/>
              </a:solidFill>
            </a:endParaRPr>
          </a:p>
        </p:txBody>
      </p:sp>
      <p:sp>
        <p:nvSpPr>
          <p:cNvPr id="616" name="Google Shape;616;p47"/>
          <p:cNvSpPr txBox="1"/>
          <p:nvPr>
            <p:ph idx="4294967295" type="sldNum"/>
          </p:nvPr>
        </p:nvSpPr>
        <p:spPr>
          <a:xfrm>
            <a:off x="11441475" y="6356350"/>
            <a:ext cx="558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>
                <a:solidFill>
                  <a:schemeClr val="accent5"/>
                </a:solidFill>
              </a:rPr>
              <a:t>‹#›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617" name="Google Shape;617;p47"/>
          <p:cNvSpPr txBox="1"/>
          <p:nvPr/>
        </p:nvSpPr>
        <p:spPr>
          <a:xfrm>
            <a:off x="518160" y="5569496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Балл по шагам, типичные ошибки группы и прогноз, кто сдаст аттестацию, с указанием причин.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Прогноз готовности к аттестации.jpg" id="618" name="Google Shape;618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82088" y="1490472"/>
            <a:ext cx="7233920" cy="4069080"/>
          </a:xfrm>
          <a:prstGeom prst="rect">
            <a:avLst/>
          </a:prstGeom>
          <a:noFill/>
          <a:ln>
            <a:noFill/>
          </a:ln>
        </p:spPr>
      </p:pic>
      <p:sp>
        <p:nvSpPr>
          <p:cNvPr id="619" name="Google Shape;619;p47"/>
          <p:cNvSpPr txBox="1"/>
          <p:nvPr/>
        </p:nvSpPr>
        <p:spPr>
          <a:xfrm>
            <a:off x="109728" y="219456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ru-RU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Динамика результатов по неделям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0" name="Google Shape;620;p47"/>
          <p:cNvCxnSpPr/>
          <p:nvPr/>
        </p:nvCxnSpPr>
        <p:spPr>
          <a:xfrm>
            <a:off x="2395728" y="2606040"/>
            <a:ext cx="3703320" cy="227228"/>
          </a:xfrm>
          <a:prstGeom prst="straightConnector1">
            <a:avLst/>
          </a:prstGeom>
          <a:noFill/>
          <a:ln cap="flat" cmpd="sng" w="31750">
            <a:solidFill>
              <a:srgbClr val="FF1F5A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621" name="Google Shape;621;p47"/>
          <p:cNvSpPr txBox="1"/>
          <p:nvPr/>
        </p:nvSpPr>
        <p:spPr>
          <a:xfrm>
            <a:off x="109728" y="356616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ru-RU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Типичные ошибки всей группы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2" name="Google Shape;622;p47"/>
          <p:cNvCxnSpPr/>
          <p:nvPr/>
        </p:nvCxnSpPr>
        <p:spPr>
          <a:xfrm>
            <a:off x="2395728" y="3977639"/>
            <a:ext cx="2401214" cy="35662"/>
          </a:xfrm>
          <a:prstGeom prst="straightConnector1">
            <a:avLst/>
          </a:prstGeom>
          <a:noFill/>
          <a:ln cap="flat" cmpd="sng" w="31750">
            <a:solidFill>
              <a:srgbClr val="FF1F5A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623" name="Google Shape;623;p47"/>
          <p:cNvSpPr txBox="1"/>
          <p:nvPr/>
        </p:nvSpPr>
        <p:spPr>
          <a:xfrm>
            <a:off x="9825736" y="4572000"/>
            <a:ext cx="2317496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ru-RU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Прогноз: кто сдаст аттестацию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4" name="Google Shape;624;p47"/>
          <p:cNvCxnSpPr/>
          <p:nvPr/>
        </p:nvCxnSpPr>
        <p:spPr>
          <a:xfrm flipH="1">
            <a:off x="5013960" y="4983480"/>
            <a:ext cx="4811776" cy="87782"/>
          </a:xfrm>
          <a:prstGeom prst="straightConnector1">
            <a:avLst/>
          </a:prstGeom>
          <a:noFill/>
          <a:ln cap="flat" cmpd="sng" w="31750">
            <a:solidFill>
              <a:srgbClr val="FF1F5A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48"/>
          <p:cNvSpPr txBox="1"/>
          <p:nvPr>
            <p:ph type="title"/>
          </p:nvPr>
        </p:nvSpPr>
        <p:spPr>
          <a:xfrm>
            <a:off x="533490" y="370426"/>
            <a:ext cx="5562510" cy="4423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Montserrat"/>
              <a:buNone/>
            </a:pPr>
            <a:r>
              <a:rPr lang="ru-RU">
                <a:solidFill>
                  <a:srgbClr val="FFFFFF"/>
                </a:solidFill>
              </a:rPr>
              <a:t>ИИ ОЦЕНИВАЕТ И ДАЁТ СОВЕТЫ</a:t>
            </a:r>
            <a:endParaRPr sz="2000">
              <a:solidFill>
                <a:schemeClr val="accent5"/>
              </a:solidFill>
            </a:endParaRPr>
          </a:p>
        </p:txBody>
      </p:sp>
      <p:sp>
        <p:nvSpPr>
          <p:cNvPr id="630" name="Google Shape;630;p48"/>
          <p:cNvSpPr txBox="1"/>
          <p:nvPr>
            <p:ph idx="4294967295" type="sldNum"/>
          </p:nvPr>
        </p:nvSpPr>
        <p:spPr>
          <a:xfrm>
            <a:off x="11441475" y="6356350"/>
            <a:ext cx="558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>
                <a:solidFill>
                  <a:schemeClr val="accent5"/>
                </a:solidFill>
              </a:rPr>
              <a:t>‹#›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631" name="Google Shape;631;p48"/>
          <p:cNvSpPr txBox="1"/>
          <p:nvPr/>
        </p:nvSpPr>
        <p:spPr>
          <a:xfrm>
            <a:off x="518160" y="5569496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Каждый снятый балл объяснён словами памятки заказчика. После карточки обучаемый получает советы, по ним ИИ подбирает следующее задание.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azbor_dds.jpg" id="632" name="Google Shape;632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78024" y="1490757"/>
            <a:ext cx="7232904" cy="4068508"/>
          </a:xfrm>
          <a:prstGeom prst="rect">
            <a:avLst/>
          </a:prstGeom>
          <a:noFill/>
          <a:ln>
            <a:noFill/>
          </a:ln>
        </p:spPr>
      </p:pic>
      <p:sp>
        <p:nvSpPr>
          <p:cNvPr id="573" name="Google Shape;573;p43"/>
          <p:cNvSpPr txBox="1"/>
          <p:nvPr/>
        </p:nvSpPr>
        <p:spPr>
          <a:xfrm>
            <a:off x="9829800" y="1600200"/>
            <a:ext cx="2313432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ru-RU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Балл и зачёт сразу видны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3" name="Connector 632"/>
          <p:cNvCxnSpPr/>
          <p:nvPr/>
        </p:nvCxnSpPr>
        <p:spPr>
          <a:xfrm flipH="1">
            <a:off x="7676673" y="1874519"/>
            <a:ext cx="2153127" cy="646927"/>
          </a:xfrm>
          <a:prstGeom prst="line">
            <a:avLst/>
          </a:prstGeom>
          <a:ln w="31750">
            <a:solidFill>
              <a:srgbClr val="FF1F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7" name="Google Shape;573;p43"/>
          <p:cNvSpPr txBox="1"/>
          <p:nvPr/>
        </p:nvSpPr>
        <p:spPr>
          <a:xfrm>
            <a:off x="109728" y="219456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ru-RU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Оценка по шагам работы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4" name="Connector 633"/>
          <p:cNvCxnSpPr/>
          <p:nvPr/>
        </p:nvCxnSpPr>
        <p:spPr>
          <a:xfrm>
            <a:off x="2395728" y="2468879"/>
            <a:ext cx="1438465" cy="558870"/>
          </a:xfrm>
          <a:prstGeom prst="line">
            <a:avLst/>
          </a:prstGeom>
          <a:ln w="31750">
            <a:solidFill>
              <a:srgbClr val="FF1F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8" name="Google Shape;573;p43"/>
          <p:cNvSpPr txBox="1"/>
          <p:nvPr/>
        </p:nvSpPr>
        <p:spPr>
          <a:xfrm>
            <a:off x="109728" y="365760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ru-RU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Советы для дальнейшего обучения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5" name="Connector 634"/>
          <p:cNvCxnSpPr/>
          <p:nvPr/>
        </p:nvCxnSpPr>
        <p:spPr>
          <a:xfrm flipV="1">
            <a:off x="2395728" y="3547614"/>
            <a:ext cx="1438465" cy="384306"/>
          </a:xfrm>
          <a:prstGeom prst="line">
            <a:avLst/>
          </a:prstGeom>
          <a:ln w="31750">
            <a:solidFill>
              <a:srgbClr val="FF1F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9" name="Google Shape;573;p43"/>
          <p:cNvSpPr txBox="1"/>
          <p:nvPr/>
        </p:nvSpPr>
        <p:spPr>
          <a:xfrm>
            <a:off x="9829800" y="4023360"/>
            <a:ext cx="2313432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ru-RU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Ошибка со ссылкой на памятку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6" name="Connector 635"/>
          <p:cNvCxnSpPr/>
          <p:nvPr/>
        </p:nvCxnSpPr>
        <p:spPr>
          <a:xfrm flipH="1">
            <a:off x="7676673" y="4297680"/>
            <a:ext cx="2153127" cy="86239"/>
          </a:xfrm>
          <a:prstGeom prst="line">
            <a:avLst/>
          </a:prstGeom>
          <a:ln w="31750">
            <a:solidFill>
              <a:srgbClr val="FF1F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49"/>
          <p:cNvSpPr txBox="1"/>
          <p:nvPr>
            <p:ph type="title"/>
          </p:nvPr>
        </p:nvSpPr>
        <p:spPr>
          <a:xfrm>
            <a:off x="533490" y="370426"/>
            <a:ext cx="5562510" cy="4423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Montserrat"/>
              <a:buNone/>
            </a:pPr>
            <a:r>
              <a:rPr lang="ru-RU">
                <a:solidFill>
                  <a:srgbClr val="FFFFFF"/>
                </a:solidFill>
              </a:rPr>
              <a:t>ЗАДАНИЯ ФОРМИРУЕТ ИИ</a:t>
            </a:r>
            <a:endParaRPr sz="2000">
              <a:solidFill>
                <a:schemeClr val="accent5"/>
              </a:solidFill>
            </a:endParaRPr>
          </a:p>
        </p:txBody>
      </p:sp>
      <p:sp>
        <p:nvSpPr>
          <p:cNvPr id="644" name="Google Shape;644;p49"/>
          <p:cNvSpPr txBox="1"/>
          <p:nvPr>
            <p:ph idx="4294967295" type="sldNum"/>
          </p:nvPr>
        </p:nvSpPr>
        <p:spPr>
          <a:xfrm>
            <a:off x="11441475" y="6356350"/>
            <a:ext cx="558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>
                <a:solidFill>
                  <a:schemeClr val="accent5"/>
                </a:solidFill>
              </a:rPr>
              <a:t>‹#›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645" name="Google Shape;645;p49"/>
          <p:cNvSpPr txBox="1"/>
          <p:nvPr/>
        </p:nvSpPr>
        <p:spPr>
          <a:xfrm>
            <a:off x="518160" y="5569496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Преподаватель ставит одну галочку и выбирает сложность. Карточки каждому обучаемому пишет ИИ, он же оценивает и даёт советы.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Настройки преподавателя.jpg" id="646" name="Google Shape;646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39212" y="1490472"/>
            <a:ext cx="6510528" cy="4069080"/>
          </a:xfrm>
          <a:prstGeom prst="rect">
            <a:avLst/>
          </a:prstGeom>
          <a:noFill/>
          <a:ln>
            <a:noFill/>
          </a:ln>
        </p:spPr>
      </p:pic>
      <p:sp>
        <p:nvSpPr>
          <p:cNvPr id="573" name="Google Shape;573;p43"/>
          <p:cNvSpPr txBox="1"/>
          <p:nvPr/>
        </p:nvSpPr>
        <p:spPr>
          <a:xfrm>
            <a:off x="109728" y="160020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ru-RU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Как отвечают собеседники: оба режима без интернета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7" name="Connector 646"/>
          <p:cNvCxnSpPr/>
          <p:nvPr/>
        </p:nvCxnSpPr>
        <p:spPr>
          <a:xfrm>
            <a:off x="2395728" y="1874519"/>
            <a:ext cx="1664207" cy="1129650"/>
          </a:xfrm>
          <a:prstGeom prst="line">
            <a:avLst/>
          </a:prstGeom>
          <a:ln w="31750">
            <a:solidFill>
              <a:srgbClr val="FF1F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1" name="Google Shape;573;p43"/>
          <p:cNvSpPr txBox="1"/>
          <p:nvPr/>
        </p:nvSpPr>
        <p:spPr>
          <a:xfrm>
            <a:off x="109728" y="306324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ru-RU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Одна галочка: задания пишет ИИ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8" name="Connector 647"/>
          <p:cNvCxnSpPr/>
          <p:nvPr/>
        </p:nvCxnSpPr>
        <p:spPr>
          <a:xfrm>
            <a:off x="2395728" y="3337560"/>
            <a:ext cx="1521790" cy="659465"/>
          </a:xfrm>
          <a:prstGeom prst="line">
            <a:avLst/>
          </a:prstGeom>
          <a:ln w="31750">
            <a:solidFill>
              <a:srgbClr val="FF1F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2" name="Google Shape;573;p43"/>
          <p:cNvSpPr txBox="1"/>
          <p:nvPr/>
        </p:nvSpPr>
        <p:spPr>
          <a:xfrm>
            <a:off x="109728" y="452628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ru-RU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Сложность: 1, 2 или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9" name="Connector 648"/>
          <p:cNvCxnSpPr/>
          <p:nvPr/>
        </p:nvCxnSpPr>
        <p:spPr>
          <a:xfrm>
            <a:off x="2395728" y="4800600"/>
            <a:ext cx="1664207" cy="665363"/>
          </a:xfrm>
          <a:prstGeom prst="line">
            <a:avLst/>
          </a:prstGeom>
          <a:ln w="31750">
            <a:solidFill>
              <a:srgbClr val="FF1F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3" name="Google Shape;573;p43"/>
          <p:cNvSpPr txBox="1"/>
          <p:nvPr/>
        </p:nvSpPr>
        <p:spPr>
          <a:xfrm>
            <a:off x="9829800" y="3291840"/>
            <a:ext cx="2313432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ru-RU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За какую службу работает обучаемый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0" name="Connector 649"/>
          <p:cNvCxnSpPr/>
          <p:nvPr/>
        </p:nvCxnSpPr>
        <p:spPr>
          <a:xfrm flipH="1">
            <a:off x="8251088" y="3566160"/>
            <a:ext cx="1578712" cy="1016812"/>
          </a:xfrm>
          <a:prstGeom prst="line">
            <a:avLst/>
          </a:prstGeom>
          <a:ln w="31750">
            <a:solidFill>
              <a:srgbClr val="FF1F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50"/>
          <p:cNvSpPr txBox="1"/>
          <p:nvPr>
            <p:ph type="title"/>
          </p:nvPr>
        </p:nvSpPr>
        <p:spPr>
          <a:xfrm>
            <a:off x="533490" y="370426"/>
            <a:ext cx="5562510" cy="4423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Montserrat"/>
              <a:buNone/>
            </a:pPr>
            <a:r>
              <a:rPr lang="ru-RU">
                <a:solidFill>
                  <a:srgbClr val="FFFFFF"/>
                </a:solidFill>
              </a:rPr>
              <a:t>АНАЛИТИКА ГРУППЫ</a:t>
            </a:r>
            <a:endParaRPr sz="2000">
              <a:solidFill>
                <a:schemeClr val="accent5"/>
              </a:solidFill>
            </a:endParaRPr>
          </a:p>
        </p:txBody>
      </p:sp>
      <p:sp>
        <p:nvSpPr>
          <p:cNvPr id="658" name="Google Shape;658;p50"/>
          <p:cNvSpPr txBox="1"/>
          <p:nvPr>
            <p:ph idx="4294967295" type="sldNum"/>
          </p:nvPr>
        </p:nvSpPr>
        <p:spPr>
          <a:xfrm>
            <a:off x="11441475" y="6356350"/>
            <a:ext cx="558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>
                <a:solidFill>
                  <a:schemeClr val="accent5"/>
                </a:solidFill>
              </a:rPr>
              <a:t>‹#›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659" name="Google Shape;659;p50"/>
          <p:cNvSpPr txBox="1"/>
          <p:nvPr/>
        </p:nvSpPr>
        <p:spPr>
          <a:xfrm>
            <a:off x="518160" y="5569496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Тепловая карта слабых мест, динамика по неделям и прогноз готовности всей группы.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Аналитика группы.jpg" id="660" name="Google Shape;66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82088" y="1490472"/>
            <a:ext cx="7233920" cy="4069080"/>
          </a:xfrm>
          <a:prstGeom prst="rect">
            <a:avLst/>
          </a:prstGeom>
          <a:noFill/>
          <a:ln>
            <a:noFill/>
          </a:ln>
        </p:spPr>
      </p:pic>
      <p:sp>
        <p:nvSpPr>
          <p:cNvPr id="661" name="Google Shape;661;p50"/>
          <p:cNvSpPr txBox="1"/>
          <p:nvPr/>
        </p:nvSpPr>
        <p:spPr>
          <a:xfrm>
            <a:off x="109728" y="210312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ru-RU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Выжимка: слабые места группы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62" name="Google Shape;662;p50"/>
          <p:cNvCxnSpPr/>
          <p:nvPr/>
        </p:nvCxnSpPr>
        <p:spPr>
          <a:xfrm>
            <a:off x="2395728" y="2514600"/>
            <a:ext cx="3703320" cy="33832"/>
          </a:xfrm>
          <a:prstGeom prst="straightConnector1">
            <a:avLst/>
          </a:prstGeom>
          <a:noFill/>
          <a:ln cap="flat" cmpd="sng" w="31750">
            <a:solidFill>
              <a:srgbClr val="FF1F5A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663" name="Google Shape;663;p50"/>
          <p:cNvSpPr txBox="1"/>
          <p:nvPr/>
        </p:nvSpPr>
        <p:spPr>
          <a:xfrm>
            <a:off x="9825736" y="3383280"/>
            <a:ext cx="2317496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ru-RU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Тепловая карта по типам происшествий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64" name="Google Shape;664;p50"/>
          <p:cNvCxnSpPr/>
          <p:nvPr/>
        </p:nvCxnSpPr>
        <p:spPr>
          <a:xfrm rot="10800000">
            <a:off x="6099048" y="3647084"/>
            <a:ext cx="3726688" cy="147676"/>
          </a:xfrm>
          <a:prstGeom prst="straightConnector1">
            <a:avLst/>
          </a:prstGeom>
          <a:noFill/>
          <a:ln cap="flat" cmpd="sng" w="31750">
            <a:solidFill>
              <a:srgbClr val="FF1F5A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51"/>
          <p:cNvSpPr txBox="1"/>
          <p:nvPr>
            <p:ph type="title"/>
          </p:nvPr>
        </p:nvSpPr>
        <p:spPr>
          <a:xfrm>
            <a:off x="533490" y="370426"/>
            <a:ext cx="5562510" cy="4423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900"/>
              <a:buFont typeface="Montserrat"/>
              <a:buNone/>
            </a:pPr>
            <a:r>
              <a:rPr lang="ru-RU">
                <a:solidFill>
                  <a:srgbClr val="310F53"/>
                </a:solidFill>
              </a:rPr>
              <a:t>МЫ УЖЕ В ПРОДЕ</a:t>
            </a:r>
            <a:endParaRPr sz="2000">
              <a:solidFill>
                <a:schemeClr val="accent5"/>
              </a:solidFill>
            </a:endParaRPr>
          </a:p>
        </p:txBody>
      </p:sp>
      <p:sp>
        <p:nvSpPr>
          <p:cNvPr id="670" name="Google Shape;670;p51"/>
          <p:cNvSpPr txBox="1"/>
          <p:nvPr>
            <p:ph idx="2" type="body"/>
          </p:nvPr>
        </p:nvSpPr>
        <p:spPr>
          <a:xfrm>
            <a:off x="521133" y="1695025"/>
            <a:ext cx="4902200" cy="71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500"/>
              <a:buNone/>
            </a:pPr>
            <a:r>
              <a:rPr lang="ru-RU" sz="1500">
                <a:solidFill>
                  <a:srgbClr val="310F53"/>
                </a:solidFill>
              </a:rPr>
              <a:t>lidozvon.ru: боевая голосовая платформа для колл-центров, работает на реальном трафике каждый день.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71" name="Google Shape;671;p51"/>
          <p:cNvSpPr txBox="1"/>
          <p:nvPr>
            <p:ph idx="3" type="body"/>
          </p:nvPr>
        </p:nvSpPr>
        <p:spPr>
          <a:xfrm>
            <a:off x="521133" y="2552035"/>
            <a:ext cx="4902200" cy="71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500"/>
              <a:buNone/>
            </a:pPr>
            <a:r>
              <a:rPr lang="ru-RU" sz="1500">
                <a:solidFill>
                  <a:srgbClr val="310F53"/>
                </a:solidFill>
              </a:rPr>
              <a:t>Своя телефония, ИИ-звонки, распознавание и синтез речи — те же технологии, что в тренажёре.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72" name="Google Shape;672;p51"/>
          <p:cNvSpPr txBox="1"/>
          <p:nvPr>
            <p:ph idx="4" type="body"/>
          </p:nvPr>
        </p:nvSpPr>
        <p:spPr>
          <a:xfrm>
            <a:off x="521133" y="3409044"/>
            <a:ext cx="4902200" cy="71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500"/>
              <a:buNone/>
            </a:pPr>
            <a:r>
              <a:rPr lang="ru-RU" sz="1500">
                <a:solidFill>
                  <a:srgbClr val="310F53"/>
                </a:solidFill>
              </a:rPr>
              <a:t>Умеем держать систему в бою: нагрузка, аптайм, поддержка, а не только демо на хакатоне.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73" name="Google Shape;673;p51"/>
          <p:cNvSpPr txBox="1"/>
          <p:nvPr>
            <p:ph idx="5" type="body"/>
          </p:nvPr>
        </p:nvSpPr>
        <p:spPr>
          <a:xfrm>
            <a:off x="521133" y="4266053"/>
            <a:ext cx="4902200" cy="71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500"/>
              <a:buNone/>
            </a:pPr>
            <a:r>
              <a:rPr lang="ru-RU" sz="1500">
                <a:solidFill>
                  <a:srgbClr val="310F53"/>
                </a:solidFill>
              </a:rPr>
              <a:t>Тренажёр вырос из этого опыта, а не написан с нуля к сдаче.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74" name="Google Shape;674;p51"/>
          <p:cNvSpPr txBox="1"/>
          <p:nvPr>
            <p:ph idx="4294967295" type="sldNum"/>
          </p:nvPr>
        </p:nvSpPr>
        <p:spPr>
          <a:xfrm>
            <a:off x="11441475" y="6356350"/>
            <a:ext cx="558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>
                <a:solidFill>
                  <a:schemeClr val="accent5"/>
                </a:solidFill>
              </a:rPr>
              <a:t>‹#›</a:t>
            </a:fld>
            <a:endParaRPr>
              <a:solidFill>
                <a:schemeClr val="accent5"/>
              </a:solidFill>
            </a:endParaRPr>
          </a:p>
        </p:txBody>
      </p:sp>
      <p:cxnSp>
        <p:nvCxnSpPr>
          <p:cNvPr id="675" name="Google Shape;675;p51"/>
          <p:cNvCxnSpPr/>
          <p:nvPr/>
        </p:nvCxnSpPr>
        <p:spPr>
          <a:xfrm>
            <a:off x="521133" y="1604660"/>
            <a:ext cx="1133590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miter lim="0"/>
            <a:headEnd len="sm" w="sm" type="none"/>
            <a:tailEnd len="sm" w="sm" type="none"/>
          </a:ln>
        </p:spPr>
      </p:cxnSp>
      <p:cxnSp>
        <p:nvCxnSpPr>
          <p:cNvPr id="676" name="Google Shape;676;p51"/>
          <p:cNvCxnSpPr/>
          <p:nvPr/>
        </p:nvCxnSpPr>
        <p:spPr>
          <a:xfrm>
            <a:off x="521133" y="2465535"/>
            <a:ext cx="1133590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miter lim="0"/>
            <a:headEnd len="sm" w="sm" type="none"/>
            <a:tailEnd len="sm" w="sm" type="none"/>
          </a:ln>
        </p:spPr>
      </p:cxnSp>
      <p:cxnSp>
        <p:nvCxnSpPr>
          <p:cNvPr id="677" name="Google Shape;677;p51"/>
          <p:cNvCxnSpPr/>
          <p:nvPr/>
        </p:nvCxnSpPr>
        <p:spPr>
          <a:xfrm>
            <a:off x="521133" y="3342865"/>
            <a:ext cx="1133590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miter lim="0"/>
            <a:headEnd len="sm" w="sm" type="none"/>
            <a:tailEnd len="sm" w="sm" type="none"/>
          </a:ln>
        </p:spPr>
      </p:cxnSp>
      <p:cxnSp>
        <p:nvCxnSpPr>
          <p:cNvPr id="678" name="Google Shape;678;p51"/>
          <p:cNvCxnSpPr/>
          <p:nvPr/>
        </p:nvCxnSpPr>
        <p:spPr>
          <a:xfrm>
            <a:off x="521133" y="4183125"/>
            <a:ext cx="1133590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miter lim="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52"/>
          <p:cNvSpPr txBox="1"/>
          <p:nvPr>
            <p:ph type="title"/>
          </p:nvPr>
        </p:nvSpPr>
        <p:spPr>
          <a:xfrm>
            <a:off x="533490" y="370426"/>
            <a:ext cx="5562510" cy="4423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900"/>
              <a:buFont typeface="Montserrat"/>
              <a:buNone/>
            </a:pPr>
            <a:r>
              <a:rPr lang="ru-RU">
                <a:solidFill>
                  <a:srgbClr val="310F53"/>
                </a:solidFill>
              </a:rPr>
              <a:t>МАРКЕТИНГОВАЯ ЧАСТЬ</a:t>
            </a:r>
            <a:endParaRPr sz="2000">
              <a:solidFill>
                <a:schemeClr val="accent5"/>
              </a:solidFill>
            </a:endParaRPr>
          </a:p>
        </p:txBody>
      </p:sp>
      <p:sp>
        <p:nvSpPr>
          <p:cNvPr id="684" name="Google Shape;684;p52"/>
          <p:cNvSpPr txBox="1"/>
          <p:nvPr>
            <p:ph idx="2" type="body"/>
          </p:nvPr>
        </p:nvSpPr>
        <p:spPr>
          <a:xfrm>
            <a:off x="521133" y="1695025"/>
            <a:ext cx="4902200" cy="71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500"/>
              <a:buNone/>
            </a:pPr>
            <a:r>
              <a:rPr lang="ru-RU" sz="1500">
                <a:solidFill>
                  <a:srgbClr val="310F53"/>
                </a:solidFill>
              </a:rPr>
              <a:t>Пользователи: диспетчеры сотен служб, подключённых к системе 112, и учебные центры.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85" name="Google Shape;685;p52"/>
          <p:cNvSpPr txBox="1"/>
          <p:nvPr>
            <p:ph idx="3" type="body"/>
          </p:nvPr>
        </p:nvSpPr>
        <p:spPr>
          <a:xfrm>
            <a:off x="521133" y="2552035"/>
            <a:ext cx="4902200" cy="71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500"/>
              <a:buNone/>
            </a:pPr>
            <a:r>
              <a:rPr lang="ru-RU" sz="1500">
                <a:solidFill>
                  <a:srgbClr val="310F53"/>
                </a:solidFill>
              </a:rPr>
              <a:t>Ценность: новичок выходит на смену подготовленным, а не учится на живых вызовах.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86" name="Google Shape;686;p52"/>
          <p:cNvSpPr txBox="1"/>
          <p:nvPr>
            <p:ph idx="4" type="body"/>
          </p:nvPr>
        </p:nvSpPr>
        <p:spPr>
          <a:xfrm>
            <a:off x="521133" y="3409044"/>
            <a:ext cx="4902200" cy="71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500"/>
              <a:buNone/>
            </a:pPr>
            <a:r>
              <a:rPr lang="ru-RU" sz="1500">
                <a:solidFill>
                  <a:srgbClr val="310F53"/>
                </a:solidFill>
              </a:rPr>
              <a:t>Заход: пилот на одну группу в одной службе, дальше тиражирование без доработок.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87" name="Google Shape;687;p52"/>
          <p:cNvSpPr txBox="1"/>
          <p:nvPr>
            <p:ph idx="5" type="body"/>
          </p:nvPr>
        </p:nvSpPr>
        <p:spPr>
          <a:xfrm>
            <a:off x="521133" y="4266053"/>
            <a:ext cx="4902200" cy="71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500"/>
              <a:buNone/>
            </a:pPr>
            <a:r>
              <a:rPr lang="ru-RU" sz="1500">
                <a:solidFill>
                  <a:srgbClr val="310F53"/>
                </a:solidFill>
              </a:rPr>
              <a:t>Почему возьмут: интерфейс знакомый, обучение не отрывает действующих диспетчеров.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88" name="Google Shape;688;p52"/>
          <p:cNvSpPr txBox="1"/>
          <p:nvPr>
            <p:ph idx="6" type="body"/>
          </p:nvPr>
        </p:nvSpPr>
        <p:spPr>
          <a:xfrm>
            <a:off x="521133" y="5123063"/>
            <a:ext cx="4902200" cy="71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500"/>
              <a:buNone/>
            </a:pPr>
            <a:r>
              <a:rPr lang="ru-RU" sz="1500">
                <a:solidFill>
                  <a:srgbClr val="310F53"/>
                </a:solidFill>
              </a:rPr>
              <a:t>Перенос в регионы: классификатор и памятка подключаются файлами, код менять не нужно.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89" name="Google Shape;689;p52"/>
          <p:cNvSpPr txBox="1"/>
          <p:nvPr>
            <p:ph idx="4294967295" type="sldNum"/>
          </p:nvPr>
        </p:nvSpPr>
        <p:spPr>
          <a:xfrm>
            <a:off x="11441475" y="6356350"/>
            <a:ext cx="558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>
                <a:solidFill>
                  <a:schemeClr val="accent5"/>
                </a:solidFill>
              </a:rPr>
              <a:t>‹#›</a:t>
            </a:fld>
            <a:endParaRPr>
              <a:solidFill>
                <a:schemeClr val="accent5"/>
              </a:solidFill>
            </a:endParaRPr>
          </a:p>
        </p:txBody>
      </p:sp>
      <p:cxnSp>
        <p:nvCxnSpPr>
          <p:cNvPr id="690" name="Google Shape;690;p52"/>
          <p:cNvCxnSpPr/>
          <p:nvPr/>
        </p:nvCxnSpPr>
        <p:spPr>
          <a:xfrm>
            <a:off x="521133" y="1604660"/>
            <a:ext cx="1133590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miter lim="0"/>
            <a:headEnd len="sm" w="sm" type="none"/>
            <a:tailEnd len="sm" w="sm" type="none"/>
          </a:ln>
        </p:spPr>
      </p:cxnSp>
      <p:cxnSp>
        <p:nvCxnSpPr>
          <p:cNvPr id="691" name="Google Shape;691;p52"/>
          <p:cNvCxnSpPr/>
          <p:nvPr/>
        </p:nvCxnSpPr>
        <p:spPr>
          <a:xfrm>
            <a:off x="521133" y="2465535"/>
            <a:ext cx="1133590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miter lim="0"/>
            <a:headEnd len="sm" w="sm" type="none"/>
            <a:tailEnd len="sm" w="sm" type="none"/>
          </a:ln>
        </p:spPr>
      </p:cxnSp>
      <p:cxnSp>
        <p:nvCxnSpPr>
          <p:cNvPr id="692" name="Google Shape;692;p52"/>
          <p:cNvCxnSpPr/>
          <p:nvPr/>
        </p:nvCxnSpPr>
        <p:spPr>
          <a:xfrm>
            <a:off x="521133" y="3342865"/>
            <a:ext cx="1133590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miter lim="0"/>
            <a:headEnd len="sm" w="sm" type="none"/>
            <a:tailEnd len="sm" w="sm" type="none"/>
          </a:ln>
        </p:spPr>
      </p:cxnSp>
      <p:cxnSp>
        <p:nvCxnSpPr>
          <p:cNvPr id="693" name="Google Shape;693;p52"/>
          <p:cNvCxnSpPr/>
          <p:nvPr/>
        </p:nvCxnSpPr>
        <p:spPr>
          <a:xfrm>
            <a:off x="521133" y="4183125"/>
            <a:ext cx="1133590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miter lim="0"/>
            <a:headEnd len="sm" w="sm" type="none"/>
            <a:tailEnd len="sm" w="sm" type="none"/>
          </a:ln>
        </p:spPr>
      </p:cxnSp>
      <p:cxnSp>
        <p:nvCxnSpPr>
          <p:cNvPr id="694" name="Google Shape;694;p52"/>
          <p:cNvCxnSpPr/>
          <p:nvPr/>
        </p:nvCxnSpPr>
        <p:spPr>
          <a:xfrm>
            <a:off x="521133" y="5048098"/>
            <a:ext cx="1133590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miter lim="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53"/>
          <p:cNvSpPr txBox="1"/>
          <p:nvPr>
            <p:ph type="title"/>
          </p:nvPr>
        </p:nvSpPr>
        <p:spPr>
          <a:xfrm>
            <a:off x="533490" y="370426"/>
            <a:ext cx="5562510" cy="4423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900"/>
              <a:buFont typeface="Montserrat"/>
              <a:buNone/>
            </a:pPr>
            <a:r>
              <a:rPr lang="ru-RU">
                <a:solidFill>
                  <a:srgbClr val="310F53"/>
                </a:solidFill>
              </a:rPr>
              <a:t>БИЗНЕСОВАЯ СОСТАВЛЯЮЩАЯ</a:t>
            </a:r>
            <a:endParaRPr sz="2000">
              <a:solidFill>
                <a:schemeClr val="accent5"/>
              </a:solidFill>
            </a:endParaRPr>
          </a:p>
        </p:txBody>
      </p:sp>
      <p:sp>
        <p:nvSpPr>
          <p:cNvPr id="700" name="Google Shape;700;p53"/>
          <p:cNvSpPr txBox="1"/>
          <p:nvPr>
            <p:ph idx="2" type="body"/>
          </p:nvPr>
        </p:nvSpPr>
        <p:spPr>
          <a:xfrm>
            <a:off x="521133" y="1695025"/>
            <a:ext cx="4902200" cy="71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500"/>
              <a:buNone/>
            </a:pPr>
            <a:r>
              <a:rPr lang="ru-RU" sz="1500">
                <a:solidFill>
                  <a:srgbClr val="310F53"/>
                </a:solidFill>
              </a:rPr>
              <a:t>Запуск: один сервер из требований ТЗ, без видеокарты и без платных лицензий.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01" name="Google Shape;701;p53"/>
          <p:cNvSpPr txBox="1"/>
          <p:nvPr>
            <p:ph idx="3" type="body"/>
          </p:nvPr>
        </p:nvSpPr>
        <p:spPr>
          <a:xfrm>
            <a:off x="521133" y="2552035"/>
            <a:ext cx="4902200" cy="71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500"/>
              <a:buNone/>
            </a:pPr>
            <a:r>
              <a:rPr lang="ru-RU" sz="1500">
                <a:solidFill>
                  <a:srgbClr val="310F53"/>
                </a:solidFill>
              </a:rPr>
              <a:t>Нет платы за обращения: модели работают внутри контура, подписок и счётчиков нет.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02" name="Google Shape;702;p53"/>
          <p:cNvSpPr txBox="1"/>
          <p:nvPr>
            <p:ph idx="4" type="body"/>
          </p:nvPr>
        </p:nvSpPr>
        <p:spPr>
          <a:xfrm>
            <a:off x="521133" y="3409044"/>
            <a:ext cx="4902200" cy="71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500"/>
              <a:buNone/>
            </a:pPr>
            <a:r>
              <a:rPr lang="ru-RU" sz="1500">
                <a:solidFill>
                  <a:srgbClr val="310F53"/>
                </a:solidFill>
              </a:rPr>
              <a:t>Одна установка тянет 100 пользователей и 20 занятий одновременно, это замерено.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03" name="Google Shape;703;p53"/>
          <p:cNvSpPr txBox="1"/>
          <p:nvPr>
            <p:ph idx="5" type="body"/>
          </p:nvPr>
        </p:nvSpPr>
        <p:spPr>
          <a:xfrm>
            <a:off x="521133" y="4266053"/>
            <a:ext cx="4902200" cy="71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500"/>
              <a:buNone/>
            </a:pPr>
            <a:r>
              <a:rPr lang="ru-RU" sz="1500">
                <a:solidFill>
                  <a:srgbClr val="310F53"/>
                </a:solidFill>
              </a:rPr>
              <a:t>Экономия: группа учится без риска для реальных вызовов и без наставника рядом.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04" name="Google Shape;704;p53"/>
          <p:cNvSpPr txBox="1"/>
          <p:nvPr>
            <p:ph idx="6" type="body"/>
          </p:nvPr>
        </p:nvSpPr>
        <p:spPr>
          <a:xfrm>
            <a:off x="521133" y="5123063"/>
            <a:ext cx="4902200" cy="71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500"/>
              <a:buNone/>
            </a:pPr>
            <a:r>
              <a:rPr lang="ru-RU" sz="1500">
                <a:solidFill>
                  <a:srgbClr val="310F53"/>
                </a:solidFill>
              </a:rPr>
              <a:t>Открытый код: заказчик не привязан к подрядчику и развивает решение сам.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05" name="Google Shape;705;p53"/>
          <p:cNvSpPr txBox="1"/>
          <p:nvPr>
            <p:ph idx="4294967295" type="sldNum"/>
          </p:nvPr>
        </p:nvSpPr>
        <p:spPr>
          <a:xfrm>
            <a:off x="11441475" y="6356350"/>
            <a:ext cx="558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>
                <a:solidFill>
                  <a:schemeClr val="accent5"/>
                </a:solidFill>
              </a:rPr>
              <a:t>‹#›</a:t>
            </a:fld>
            <a:endParaRPr>
              <a:solidFill>
                <a:schemeClr val="accent5"/>
              </a:solidFill>
            </a:endParaRPr>
          </a:p>
        </p:txBody>
      </p:sp>
      <p:cxnSp>
        <p:nvCxnSpPr>
          <p:cNvPr id="706" name="Google Shape;706;p53"/>
          <p:cNvCxnSpPr/>
          <p:nvPr/>
        </p:nvCxnSpPr>
        <p:spPr>
          <a:xfrm>
            <a:off x="521133" y="1604660"/>
            <a:ext cx="1133590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miter lim="0"/>
            <a:headEnd len="sm" w="sm" type="none"/>
            <a:tailEnd len="sm" w="sm" type="none"/>
          </a:ln>
        </p:spPr>
      </p:cxnSp>
      <p:cxnSp>
        <p:nvCxnSpPr>
          <p:cNvPr id="707" name="Google Shape;707;p53"/>
          <p:cNvCxnSpPr/>
          <p:nvPr/>
        </p:nvCxnSpPr>
        <p:spPr>
          <a:xfrm>
            <a:off x="521133" y="2465535"/>
            <a:ext cx="1133590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miter lim="0"/>
            <a:headEnd len="sm" w="sm" type="none"/>
            <a:tailEnd len="sm" w="sm" type="none"/>
          </a:ln>
        </p:spPr>
      </p:cxnSp>
      <p:cxnSp>
        <p:nvCxnSpPr>
          <p:cNvPr id="708" name="Google Shape;708;p53"/>
          <p:cNvCxnSpPr/>
          <p:nvPr/>
        </p:nvCxnSpPr>
        <p:spPr>
          <a:xfrm>
            <a:off x="521133" y="3342865"/>
            <a:ext cx="1133590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miter lim="0"/>
            <a:headEnd len="sm" w="sm" type="none"/>
            <a:tailEnd len="sm" w="sm" type="none"/>
          </a:ln>
        </p:spPr>
      </p:cxnSp>
      <p:cxnSp>
        <p:nvCxnSpPr>
          <p:cNvPr id="709" name="Google Shape;709;p53"/>
          <p:cNvCxnSpPr/>
          <p:nvPr/>
        </p:nvCxnSpPr>
        <p:spPr>
          <a:xfrm>
            <a:off x="521133" y="4183125"/>
            <a:ext cx="1133590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miter lim="0"/>
            <a:headEnd len="sm" w="sm" type="none"/>
            <a:tailEnd len="sm" w="sm" type="none"/>
          </a:ln>
        </p:spPr>
      </p:cxnSp>
      <p:cxnSp>
        <p:nvCxnSpPr>
          <p:cNvPr id="710" name="Google Shape;710;p53"/>
          <p:cNvCxnSpPr/>
          <p:nvPr/>
        </p:nvCxnSpPr>
        <p:spPr>
          <a:xfrm>
            <a:off x="521133" y="5048098"/>
            <a:ext cx="1133590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miter lim="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54"/>
          <p:cNvSpPr txBox="1"/>
          <p:nvPr>
            <p:ph type="title"/>
          </p:nvPr>
        </p:nvSpPr>
        <p:spPr>
          <a:xfrm>
            <a:off x="533490" y="370426"/>
            <a:ext cx="5562510" cy="4423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900"/>
              <a:buFont typeface="Montserrat"/>
              <a:buNone/>
            </a:pPr>
            <a:r>
              <a:rPr lang="ru-RU">
                <a:solidFill>
                  <a:srgbClr val="310F53"/>
                </a:solidFill>
              </a:rPr>
              <a:t>КАК УСТРОЕНО</a:t>
            </a:r>
            <a:endParaRPr sz="2000">
              <a:solidFill>
                <a:schemeClr val="accent5"/>
              </a:solidFill>
            </a:endParaRPr>
          </a:p>
        </p:txBody>
      </p:sp>
      <p:sp>
        <p:nvSpPr>
          <p:cNvPr id="716" name="Google Shape;716;p54"/>
          <p:cNvSpPr txBox="1"/>
          <p:nvPr>
            <p:ph idx="2" type="body"/>
          </p:nvPr>
        </p:nvSpPr>
        <p:spPr>
          <a:xfrm>
            <a:off x="521133" y="1695025"/>
            <a:ext cx="4902200" cy="71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600"/>
              <a:buNone/>
            </a:pPr>
            <a:r>
              <a:rPr lang="ru-RU" sz="1600">
                <a:solidFill>
                  <a:srgbClr val="310F53"/>
                </a:solidFill>
              </a:rPr>
              <a:t>Браузер: рабочее место АРМ-112 и телефон.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17" name="Google Shape;717;p54"/>
          <p:cNvSpPr txBox="1"/>
          <p:nvPr>
            <p:ph idx="3" type="body"/>
          </p:nvPr>
        </p:nvSpPr>
        <p:spPr>
          <a:xfrm>
            <a:off x="521133" y="2552035"/>
            <a:ext cx="4902200" cy="71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600"/>
              <a:buNone/>
            </a:pPr>
            <a:r>
              <a:rPr lang="ru-RU" sz="1600">
                <a:solidFill>
                  <a:srgbClr val="310F53"/>
                </a:solidFill>
              </a:rPr>
              <a:t>Сервер: занятия, карточки, оценка, отчёты.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18" name="Google Shape;718;p54"/>
          <p:cNvSpPr txBox="1"/>
          <p:nvPr>
            <p:ph idx="4" type="body"/>
          </p:nvPr>
        </p:nvSpPr>
        <p:spPr>
          <a:xfrm>
            <a:off x="521133" y="3409044"/>
            <a:ext cx="4902200" cy="71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600"/>
              <a:buNone/>
            </a:pPr>
            <a:r>
              <a:rPr lang="ru-RU" sz="1600">
                <a:solidFill>
                  <a:srgbClr val="310F53"/>
                </a:solidFill>
              </a:rPr>
              <a:t>Модели внутри контура: диалог, генерация карточек, распознавание речи, синтез, грамотность.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19" name="Google Shape;719;p54"/>
          <p:cNvSpPr txBox="1"/>
          <p:nvPr>
            <p:ph idx="5" type="body"/>
          </p:nvPr>
        </p:nvSpPr>
        <p:spPr>
          <a:xfrm>
            <a:off x="521133" y="4266053"/>
            <a:ext cx="4902200" cy="71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600"/>
              <a:buNone/>
            </a:pPr>
            <a:r>
              <a:rPr lang="ru-RU" sz="1600">
                <a:solidFill>
                  <a:srgbClr val="310F53"/>
                </a:solidFill>
              </a:rPr>
              <a:t>Телефония: виртуальный телефон, звонки руководителям и бригаде, доклады, запись разговоров.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20" name="Google Shape;720;p54"/>
          <p:cNvSpPr txBox="1"/>
          <p:nvPr>
            <p:ph idx="6" type="body"/>
          </p:nvPr>
        </p:nvSpPr>
        <p:spPr>
          <a:xfrm>
            <a:off x="521133" y="5123063"/>
            <a:ext cx="4902200" cy="71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600"/>
              <a:buNone/>
            </a:pPr>
            <a:r>
              <a:rPr lang="ru-RU" sz="1600">
                <a:solidFill>
                  <a:srgbClr val="310F53"/>
                </a:solidFill>
              </a:rPr>
              <a:t>Данные заказчика: классификатор, памятка, 96 учебных билетов.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21" name="Google Shape;721;p54"/>
          <p:cNvSpPr txBox="1"/>
          <p:nvPr>
            <p:ph idx="4294967295" type="sldNum"/>
          </p:nvPr>
        </p:nvSpPr>
        <p:spPr>
          <a:xfrm>
            <a:off x="11441475" y="6356350"/>
            <a:ext cx="558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>
                <a:solidFill>
                  <a:schemeClr val="accent5"/>
                </a:solidFill>
              </a:rPr>
              <a:t>‹#›</a:t>
            </a:fld>
            <a:endParaRPr>
              <a:solidFill>
                <a:schemeClr val="accent5"/>
              </a:solidFill>
            </a:endParaRPr>
          </a:p>
        </p:txBody>
      </p:sp>
      <p:cxnSp>
        <p:nvCxnSpPr>
          <p:cNvPr id="722" name="Google Shape;722;p54"/>
          <p:cNvCxnSpPr/>
          <p:nvPr/>
        </p:nvCxnSpPr>
        <p:spPr>
          <a:xfrm>
            <a:off x="521133" y="1604660"/>
            <a:ext cx="1133590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miter lim="0"/>
            <a:headEnd len="sm" w="sm" type="none"/>
            <a:tailEnd len="sm" w="sm" type="none"/>
          </a:ln>
        </p:spPr>
      </p:cxnSp>
      <p:cxnSp>
        <p:nvCxnSpPr>
          <p:cNvPr id="723" name="Google Shape;723;p54"/>
          <p:cNvCxnSpPr/>
          <p:nvPr/>
        </p:nvCxnSpPr>
        <p:spPr>
          <a:xfrm>
            <a:off x="521133" y="2465535"/>
            <a:ext cx="1133590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miter lim="0"/>
            <a:headEnd len="sm" w="sm" type="none"/>
            <a:tailEnd len="sm" w="sm" type="none"/>
          </a:ln>
        </p:spPr>
      </p:cxnSp>
      <p:cxnSp>
        <p:nvCxnSpPr>
          <p:cNvPr id="724" name="Google Shape;724;p54"/>
          <p:cNvCxnSpPr/>
          <p:nvPr/>
        </p:nvCxnSpPr>
        <p:spPr>
          <a:xfrm>
            <a:off x="521133" y="3342865"/>
            <a:ext cx="1133590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miter lim="0"/>
            <a:headEnd len="sm" w="sm" type="none"/>
            <a:tailEnd len="sm" w="sm" type="none"/>
          </a:ln>
        </p:spPr>
      </p:cxnSp>
      <p:cxnSp>
        <p:nvCxnSpPr>
          <p:cNvPr id="725" name="Google Shape;725;p54"/>
          <p:cNvCxnSpPr/>
          <p:nvPr/>
        </p:nvCxnSpPr>
        <p:spPr>
          <a:xfrm>
            <a:off x="521133" y="4183125"/>
            <a:ext cx="1133590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miter lim="0"/>
            <a:headEnd len="sm" w="sm" type="none"/>
            <a:tailEnd len="sm" w="sm" type="none"/>
          </a:ln>
        </p:spPr>
      </p:cxnSp>
      <p:cxnSp>
        <p:nvCxnSpPr>
          <p:cNvPr id="726" name="Google Shape;726;p54"/>
          <p:cNvCxnSpPr/>
          <p:nvPr/>
        </p:nvCxnSpPr>
        <p:spPr>
          <a:xfrm>
            <a:off x="521133" y="5048098"/>
            <a:ext cx="1133590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miter lim="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55"/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fmla="val 18706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55"/>
          <p:cNvSpPr txBox="1"/>
          <p:nvPr>
            <p:ph idx="4294967295" type="sldNum"/>
          </p:nvPr>
        </p:nvSpPr>
        <p:spPr>
          <a:xfrm>
            <a:off x="4832960" y="1380939"/>
            <a:ext cx="2526079" cy="1120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7500" lvl="0" marL="457200" marR="0" rtl="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Arial"/>
              <a:buChar char="•"/>
            </a:pPr>
            <a:fld id="{00000000-1234-1234-1234-123412341234}" type="slidenum">
              <a:rPr b="0" i="0" lang="ru-RU" sz="1400" u="none" cap="none" strike="noStrik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1400" u="none" cap="none" strike="noStrike">
              <a:solidFill>
                <a:schemeClr val="accent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3" name="Google Shape;733;p55"/>
          <p:cNvSpPr/>
          <p:nvPr>
            <p:ph idx="1" type="body"/>
          </p:nvPr>
        </p:nvSpPr>
        <p:spPr>
          <a:xfrm>
            <a:off x="346075" y="1458075"/>
            <a:ext cx="2526079" cy="1476687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Браузер (АРМ-112)</a:t>
            </a:r>
            <a:endParaRPr b="0" i="0" sz="1400" u="none" cap="none" strike="noStrik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55"/>
          <p:cNvSpPr txBox="1"/>
          <p:nvPr>
            <p:ph idx="2" type="body"/>
          </p:nvPr>
        </p:nvSpPr>
        <p:spPr>
          <a:xfrm>
            <a:off x="346075" y="1814077"/>
            <a:ext cx="2526079" cy="1120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Рабочее место: реестр, карточка, телефон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55"/>
          <p:cNvSpPr/>
          <p:nvPr>
            <p:ph idx="3" type="body"/>
          </p:nvPr>
        </p:nvSpPr>
        <p:spPr>
          <a:xfrm>
            <a:off x="4832960" y="1458075"/>
            <a:ext cx="2526079" cy="1476687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Сервер приложения</a:t>
            </a:r>
            <a:endParaRPr b="0" i="0" sz="1400" u="none" cap="none" strike="noStrik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55"/>
          <p:cNvSpPr txBox="1"/>
          <p:nvPr>
            <p:ph idx="4" type="body"/>
          </p:nvPr>
        </p:nvSpPr>
        <p:spPr>
          <a:xfrm>
            <a:off x="4832960" y="1814077"/>
            <a:ext cx="2526079" cy="1120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Занятия, карточки, логика, оценка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55"/>
          <p:cNvSpPr/>
          <p:nvPr>
            <p:ph idx="5" type="body"/>
          </p:nvPr>
        </p:nvSpPr>
        <p:spPr>
          <a:xfrm>
            <a:off x="9330862" y="1458075"/>
            <a:ext cx="2526079" cy="1476687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База и аналитика</a:t>
            </a:r>
            <a:endParaRPr b="0" i="0" sz="1400" u="none" cap="none" strike="noStrik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55"/>
          <p:cNvSpPr txBox="1"/>
          <p:nvPr>
            <p:ph idx="6" type="body"/>
          </p:nvPr>
        </p:nvSpPr>
        <p:spPr>
          <a:xfrm>
            <a:off x="9330862" y="1814077"/>
            <a:ext cx="2526079" cy="1120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PostgreSQL: отчёты, прогноз готовности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55"/>
          <p:cNvSpPr/>
          <p:nvPr>
            <p:ph idx="7" type="body"/>
          </p:nvPr>
        </p:nvSpPr>
        <p:spPr>
          <a:xfrm>
            <a:off x="2593517" y="4825338"/>
            <a:ext cx="2526079" cy="1476687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Телефония Asterisk</a:t>
            </a:r>
            <a:endParaRPr b="0" i="0" sz="1400" u="none" cap="none" strike="noStrik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p55"/>
          <p:cNvSpPr txBox="1"/>
          <p:nvPr>
            <p:ph idx="8" type="body"/>
          </p:nvPr>
        </p:nvSpPr>
        <p:spPr>
          <a:xfrm>
            <a:off x="2593517" y="5181340"/>
            <a:ext cx="2526079" cy="1120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SIP-звонки: приём, набор, запись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55"/>
          <p:cNvSpPr/>
          <p:nvPr>
            <p:ph idx="9" type="body"/>
          </p:nvPr>
        </p:nvSpPr>
        <p:spPr>
          <a:xfrm>
            <a:off x="7080402" y="4825338"/>
            <a:ext cx="2526079" cy="1476687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ИИ в контуре</a:t>
            </a:r>
            <a:endParaRPr b="0" i="0" sz="1400" u="none" cap="none" strike="noStrik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55"/>
          <p:cNvSpPr txBox="1"/>
          <p:nvPr>
            <p:ph idx="13" type="body"/>
          </p:nvPr>
        </p:nvSpPr>
        <p:spPr>
          <a:xfrm>
            <a:off x="7080402" y="5181340"/>
            <a:ext cx="2526079" cy="1120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Речь, диалог и синтез голоса на CPU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43" name="Google Shape;743;p55"/>
          <p:cNvCxnSpPr/>
          <p:nvPr/>
        </p:nvCxnSpPr>
        <p:spPr>
          <a:xfrm>
            <a:off x="2065940" y="3860224"/>
            <a:ext cx="1332546" cy="0"/>
          </a:xfrm>
          <a:prstGeom prst="straightConnector1">
            <a:avLst/>
          </a:prstGeom>
          <a:noFill/>
          <a:ln cap="flat" cmpd="sng" w="12700">
            <a:solidFill>
              <a:srgbClr val="FF004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4" name="Google Shape;744;p55"/>
          <p:cNvCxnSpPr/>
          <p:nvPr/>
        </p:nvCxnSpPr>
        <p:spPr>
          <a:xfrm>
            <a:off x="4312137" y="3862139"/>
            <a:ext cx="1332546" cy="0"/>
          </a:xfrm>
          <a:prstGeom prst="straightConnector1">
            <a:avLst/>
          </a:prstGeom>
          <a:noFill/>
          <a:ln cap="flat" cmpd="sng" w="12700">
            <a:solidFill>
              <a:srgbClr val="FF004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5" name="Google Shape;745;p55"/>
          <p:cNvCxnSpPr/>
          <p:nvPr/>
        </p:nvCxnSpPr>
        <p:spPr>
          <a:xfrm>
            <a:off x="6558334" y="3862139"/>
            <a:ext cx="1332546" cy="0"/>
          </a:xfrm>
          <a:prstGeom prst="straightConnector1">
            <a:avLst/>
          </a:prstGeom>
          <a:noFill/>
          <a:ln cap="flat" cmpd="sng" w="12700">
            <a:solidFill>
              <a:srgbClr val="FF004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6" name="Google Shape;746;p55"/>
          <p:cNvCxnSpPr/>
          <p:nvPr/>
        </p:nvCxnSpPr>
        <p:spPr>
          <a:xfrm>
            <a:off x="8780467" y="3862139"/>
            <a:ext cx="1332545" cy="0"/>
          </a:xfrm>
          <a:prstGeom prst="straightConnector1">
            <a:avLst/>
          </a:prstGeom>
          <a:noFill/>
          <a:ln cap="flat" cmpd="sng" w="12700">
            <a:solidFill>
              <a:srgbClr val="FF004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7" name="Google Shape;747;p55"/>
          <p:cNvCxnSpPr/>
          <p:nvPr/>
        </p:nvCxnSpPr>
        <p:spPr>
          <a:xfrm>
            <a:off x="1609114" y="2934762"/>
            <a:ext cx="1" cy="573287"/>
          </a:xfrm>
          <a:prstGeom prst="straightConnector1">
            <a:avLst/>
          </a:prstGeom>
          <a:noFill/>
          <a:ln cap="flat" cmpd="sng" w="12700">
            <a:solidFill>
              <a:srgbClr val="FF004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8" name="Google Shape;748;p55"/>
          <p:cNvCxnSpPr/>
          <p:nvPr/>
        </p:nvCxnSpPr>
        <p:spPr>
          <a:xfrm>
            <a:off x="3855312" y="4216228"/>
            <a:ext cx="1245" cy="575062"/>
          </a:xfrm>
          <a:prstGeom prst="straightConnector1">
            <a:avLst/>
          </a:prstGeom>
          <a:noFill/>
          <a:ln cap="flat" cmpd="sng" w="12700">
            <a:solidFill>
              <a:srgbClr val="FF004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9" name="Google Shape;749;p55"/>
          <p:cNvCxnSpPr/>
          <p:nvPr/>
        </p:nvCxnSpPr>
        <p:spPr>
          <a:xfrm>
            <a:off x="6096000" y="2934762"/>
            <a:ext cx="5509" cy="573287"/>
          </a:xfrm>
          <a:prstGeom prst="straightConnector1">
            <a:avLst/>
          </a:prstGeom>
          <a:noFill/>
          <a:ln cap="flat" cmpd="sng" w="12700">
            <a:solidFill>
              <a:srgbClr val="FF004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0" name="Google Shape;750;p55"/>
          <p:cNvCxnSpPr/>
          <p:nvPr/>
        </p:nvCxnSpPr>
        <p:spPr>
          <a:xfrm flipH="1">
            <a:off x="8343442" y="4216228"/>
            <a:ext cx="4264" cy="575062"/>
          </a:xfrm>
          <a:prstGeom prst="straightConnector1">
            <a:avLst/>
          </a:prstGeom>
          <a:noFill/>
          <a:ln cap="flat" cmpd="sng" w="12700">
            <a:solidFill>
              <a:srgbClr val="FF004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1" name="Google Shape;751;p55"/>
          <p:cNvCxnSpPr/>
          <p:nvPr/>
        </p:nvCxnSpPr>
        <p:spPr>
          <a:xfrm>
            <a:off x="10593901" y="2934762"/>
            <a:ext cx="1" cy="573287"/>
          </a:xfrm>
          <a:prstGeom prst="straightConnector1">
            <a:avLst/>
          </a:prstGeom>
          <a:noFill/>
          <a:ln cap="flat" cmpd="sng" w="12700">
            <a:solidFill>
              <a:srgbClr val="FF004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2" name="Google Shape;752;p55"/>
          <p:cNvSpPr/>
          <p:nvPr/>
        </p:nvSpPr>
        <p:spPr>
          <a:xfrm>
            <a:off x="1191126" y="3508049"/>
            <a:ext cx="874814" cy="708179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753" name="Google Shape;753;p55"/>
          <p:cNvSpPr/>
          <p:nvPr/>
        </p:nvSpPr>
        <p:spPr>
          <a:xfrm>
            <a:off x="3412397" y="3506136"/>
            <a:ext cx="874814" cy="708179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754" name="Google Shape;754;p55"/>
          <p:cNvSpPr/>
          <p:nvPr/>
        </p:nvSpPr>
        <p:spPr>
          <a:xfrm>
            <a:off x="5658594" y="3516255"/>
            <a:ext cx="874814" cy="708179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755" name="Google Shape;755;p55"/>
          <p:cNvSpPr/>
          <p:nvPr/>
        </p:nvSpPr>
        <p:spPr>
          <a:xfrm>
            <a:off x="7889752" y="3506135"/>
            <a:ext cx="874814" cy="708179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756" name="Google Shape;756;p55"/>
          <p:cNvSpPr/>
          <p:nvPr/>
        </p:nvSpPr>
        <p:spPr>
          <a:xfrm>
            <a:off x="10113012" y="3538626"/>
            <a:ext cx="874814" cy="708179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757" name="Google Shape;757;p55"/>
          <p:cNvSpPr txBox="1"/>
          <p:nvPr>
            <p:ph type="title"/>
          </p:nvPr>
        </p:nvSpPr>
        <p:spPr>
          <a:xfrm>
            <a:off x="525817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</a:pPr>
            <a:r>
              <a:rPr lang="ru-RU"/>
              <a:t>АРХИТЕКТУРА</a:t>
            </a:r>
            <a:endParaRPr/>
          </a:p>
        </p:txBody>
      </p:sp>
      <p:sp>
        <p:nvSpPr>
          <p:cNvPr id="758" name="Google Shape;758;p55"/>
          <p:cNvSpPr/>
          <p:nvPr/>
        </p:nvSpPr>
        <p:spPr>
          <a:xfrm>
            <a:off x="186480" y="1370651"/>
            <a:ext cx="2836197" cy="1581312"/>
          </a:xfrm>
          <a:prstGeom prst="roundRect">
            <a:avLst>
              <a:gd fmla="val 10884" name="adj"/>
            </a:avLst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55"/>
          <p:cNvSpPr/>
          <p:nvPr/>
        </p:nvSpPr>
        <p:spPr>
          <a:xfrm>
            <a:off x="4644180" y="1370651"/>
            <a:ext cx="2836197" cy="1581312"/>
          </a:xfrm>
          <a:prstGeom prst="roundRect">
            <a:avLst>
              <a:gd fmla="val 10884" name="adj"/>
            </a:avLst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55"/>
          <p:cNvSpPr/>
          <p:nvPr/>
        </p:nvSpPr>
        <p:spPr>
          <a:xfrm>
            <a:off x="9101880" y="1370651"/>
            <a:ext cx="2836197" cy="1581312"/>
          </a:xfrm>
          <a:prstGeom prst="roundRect">
            <a:avLst>
              <a:gd fmla="val 10884" name="adj"/>
            </a:avLst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55"/>
          <p:cNvSpPr/>
          <p:nvPr/>
        </p:nvSpPr>
        <p:spPr>
          <a:xfrm>
            <a:off x="2471878" y="4825338"/>
            <a:ext cx="2836197" cy="1581312"/>
          </a:xfrm>
          <a:prstGeom prst="roundRect">
            <a:avLst>
              <a:gd fmla="val 10884" name="adj"/>
            </a:avLst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p55"/>
          <p:cNvSpPr/>
          <p:nvPr/>
        </p:nvSpPr>
        <p:spPr>
          <a:xfrm>
            <a:off x="6948708" y="4791290"/>
            <a:ext cx="2836197" cy="1581312"/>
          </a:xfrm>
          <a:prstGeom prst="roundRect">
            <a:avLst>
              <a:gd fmla="val 10884" name="adj"/>
            </a:avLst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56"/>
          <p:cNvSpPr/>
          <p:nvPr/>
        </p:nvSpPr>
        <p:spPr>
          <a:xfrm>
            <a:off x="4419477" y="1522006"/>
            <a:ext cx="3399397" cy="4678769"/>
          </a:xfrm>
          <a:prstGeom prst="roundRect">
            <a:avLst>
              <a:gd fmla="val 9821" name="adj"/>
            </a:avLst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8" name="Google Shape;768;p56"/>
          <p:cNvSpPr/>
          <p:nvPr/>
        </p:nvSpPr>
        <p:spPr>
          <a:xfrm>
            <a:off x="8365958" y="1522006"/>
            <a:ext cx="3248506" cy="4678769"/>
          </a:xfrm>
          <a:prstGeom prst="roundRect">
            <a:avLst>
              <a:gd fmla="val 9821" name="adj"/>
            </a:avLst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9" name="Google Shape;769;p56"/>
          <p:cNvSpPr/>
          <p:nvPr/>
        </p:nvSpPr>
        <p:spPr>
          <a:xfrm>
            <a:off x="623888" y="1522006"/>
            <a:ext cx="3248506" cy="4678769"/>
          </a:xfrm>
          <a:prstGeom prst="roundRect">
            <a:avLst>
              <a:gd fmla="val 9821" name="adj"/>
            </a:avLst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0" name="Google Shape;770;p56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>
                <a:solidFill>
                  <a:schemeClr val="accent5"/>
                </a:solidFill>
              </a:rPr>
              <a:t>‹#›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771" name="Google Shape;771;p56"/>
          <p:cNvSpPr txBox="1"/>
          <p:nvPr>
            <p:ph idx="1" type="body"/>
          </p:nvPr>
        </p:nvSpPr>
        <p:spPr>
          <a:xfrm>
            <a:off x="780565" y="2493074"/>
            <a:ext cx="2965634" cy="4236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600"/>
              <a:buNone/>
            </a:pPr>
            <a:r>
              <a:rPr b="1" lang="ru-RU" sz="1600">
                <a:solidFill>
                  <a:srgbClr val="310F53"/>
                </a:solidFill>
              </a:rPr>
              <a:t>Собеседники под контролем</a:t>
            </a:r>
            <a:endParaRPr sz="1800">
              <a:solidFill>
                <a:srgbClr val="F92571"/>
              </a:solidFill>
            </a:endParaRPr>
          </a:p>
        </p:txBody>
      </p:sp>
      <p:sp>
        <p:nvSpPr>
          <p:cNvPr id="772" name="Google Shape;772;p56"/>
          <p:cNvSpPr txBox="1"/>
          <p:nvPr>
            <p:ph idx="2" type="body"/>
          </p:nvPr>
        </p:nvSpPr>
        <p:spPr>
          <a:xfrm>
            <a:off x="780565" y="3128740"/>
            <a:ext cx="2965633" cy="2797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400"/>
              <a:buChar char="•"/>
            </a:pPr>
            <a:r>
              <a:rPr lang="ru-RU" sz="1400">
                <a:solidFill>
                  <a:srgbClr val="310F53"/>
                </a:solidFill>
              </a:rPr>
              <a:t>Руководители и бригада говорят утверждёнными репликами, 819 фраз студийной озвучки.</a:t>
            </a:r>
            <a:endParaRPr>
              <a:solidFill>
                <a:schemeClr val="dk1"/>
              </a:solidFill>
            </a:endParaRPr>
          </a:p>
          <a:p>
            <a:pPr indent="-144688" lvl="0" marL="144688" rtl="0" algn="l">
              <a:lnSpc>
                <a:spcPct val="90000"/>
              </a:lnSpc>
              <a:spcBef>
                <a:spcPts val="1431"/>
              </a:spcBef>
              <a:spcAft>
                <a:spcPts val="0"/>
              </a:spcAft>
              <a:buClr>
                <a:srgbClr val="310F53"/>
              </a:buClr>
              <a:buSzPts val="1400"/>
              <a:buChar char="•"/>
            </a:pPr>
            <a:r>
              <a:rPr lang="ru-RU" sz="1400">
                <a:solidFill>
                  <a:srgbClr val="310F53"/>
                </a:solidFill>
              </a:rPr>
              <a:t>Точность выбора 95 процентов.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73" name="Google Shape;773;p56"/>
          <p:cNvSpPr txBox="1"/>
          <p:nvPr>
            <p:ph idx="3" type="body"/>
          </p:nvPr>
        </p:nvSpPr>
        <p:spPr>
          <a:xfrm>
            <a:off x="4623178" y="2493074"/>
            <a:ext cx="3034896" cy="4037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600"/>
              <a:buNone/>
            </a:pPr>
            <a:r>
              <a:rPr b="1" lang="ru-RU" sz="1600">
                <a:solidFill>
                  <a:srgbClr val="310F53"/>
                </a:solidFill>
              </a:rPr>
              <a:t>Скорость на процессоре</a:t>
            </a:r>
            <a:endParaRPr sz="1800">
              <a:solidFill>
                <a:srgbClr val="F92571"/>
              </a:solidFill>
            </a:endParaRPr>
          </a:p>
        </p:txBody>
      </p:sp>
      <p:sp>
        <p:nvSpPr>
          <p:cNvPr id="774" name="Google Shape;774;p56"/>
          <p:cNvSpPr txBox="1"/>
          <p:nvPr>
            <p:ph idx="4" type="body"/>
          </p:nvPr>
        </p:nvSpPr>
        <p:spPr>
          <a:xfrm>
            <a:off x="4623178" y="3128740"/>
            <a:ext cx="3034896" cy="2797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400"/>
              <a:buChar char="•"/>
            </a:pPr>
            <a:r>
              <a:rPr lang="ru-RU" sz="1400">
                <a:solidFill>
                  <a:srgbClr val="310F53"/>
                </a:solidFill>
              </a:rPr>
              <a:t>Ответ текстом 0,9 секунды, голосом 1,7 секунды.</a:t>
            </a:r>
            <a:endParaRPr>
              <a:solidFill>
                <a:schemeClr val="dk1"/>
              </a:solidFill>
            </a:endParaRPr>
          </a:p>
          <a:p>
            <a:pPr indent="-144688" lvl="0" marL="144688" rtl="0" algn="l">
              <a:lnSpc>
                <a:spcPct val="90000"/>
              </a:lnSpc>
              <a:spcBef>
                <a:spcPts val="1431"/>
              </a:spcBef>
              <a:spcAft>
                <a:spcPts val="0"/>
              </a:spcAft>
              <a:buClr>
                <a:srgbClr val="310F53"/>
              </a:buClr>
              <a:buSzPts val="1400"/>
              <a:buChar char="•"/>
            </a:pPr>
            <a:r>
              <a:rPr lang="ru-RU" sz="1400">
                <a:solidFill>
                  <a:srgbClr val="310F53"/>
                </a:solidFill>
              </a:rPr>
              <a:t>Без видеокарты.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75" name="Google Shape;775;p56"/>
          <p:cNvSpPr txBox="1"/>
          <p:nvPr>
            <p:ph idx="5" type="body"/>
          </p:nvPr>
        </p:nvSpPr>
        <p:spPr>
          <a:xfrm>
            <a:off x="8547959" y="2493074"/>
            <a:ext cx="2945464" cy="403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600"/>
              <a:buNone/>
            </a:pPr>
            <a:r>
              <a:rPr b="1" lang="ru-RU" sz="1600">
                <a:solidFill>
                  <a:srgbClr val="310F53"/>
                </a:solidFill>
              </a:rPr>
              <a:t>Масштабируется</a:t>
            </a:r>
            <a:endParaRPr sz="1800">
              <a:solidFill>
                <a:srgbClr val="F92571"/>
              </a:solidFill>
            </a:endParaRPr>
          </a:p>
        </p:txBody>
      </p:sp>
      <p:sp>
        <p:nvSpPr>
          <p:cNvPr id="776" name="Google Shape;776;p56"/>
          <p:cNvSpPr txBox="1"/>
          <p:nvPr>
            <p:ph idx="6" type="body"/>
          </p:nvPr>
        </p:nvSpPr>
        <p:spPr>
          <a:xfrm>
            <a:off x="8547959" y="3128740"/>
            <a:ext cx="2945464" cy="2797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400"/>
              <a:buChar char="•"/>
            </a:pPr>
            <a:r>
              <a:rPr lang="ru-RU" sz="1400">
                <a:solidFill>
                  <a:srgbClr val="310F53"/>
                </a:solidFill>
              </a:rPr>
              <a:t>Адрес модели задаётся настройкой.</a:t>
            </a:r>
            <a:endParaRPr>
              <a:solidFill>
                <a:schemeClr val="dk1"/>
              </a:solidFill>
            </a:endParaRPr>
          </a:p>
          <a:p>
            <a:pPr indent="-144688" lvl="0" marL="144688" rtl="0" algn="l">
              <a:lnSpc>
                <a:spcPct val="90000"/>
              </a:lnSpc>
              <a:spcBef>
                <a:spcPts val="1431"/>
              </a:spcBef>
              <a:spcAft>
                <a:spcPts val="0"/>
              </a:spcAft>
              <a:buClr>
                <a:srgbClr val="310F53"/>
              </a:buClr>
              <a:buSzPts val="1400"/>
              <a:buChar char="•"/>
            </a:pPr>
            <a:r>
              <a:rPr lang="ru-RU" sz="1400">
                <a:solidFill>
                  <a:srgbClr val="310F53"/>
                </a:solidFill>
              </a:rPr>
              <a:t>Можно вынести на сервер с видеокартой.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77" name="Google Shape;777;p56"/>
          <p:cNvSpPr txBox="1"/>
          <p:nvPr>
            <p:ph type="title"/>
          </p:nvPr>
        </p:nvSpPr>
        <p:spPr>
          <a:xfrm>
            <a:off x="525816" y="335426"/>
            <a:ext cx="11331221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96"/>
              <a:buFont typeface="Montserrat"/>
              <a:buNone/>
            </a:pPr>
            <a:r>
              <a:rPr lang="ru-RU">
                <a:solidFill>
                  <a:srgbClr val="310F53"/>
                </a:solidFill>
              </a:rPr>
              <a:t>ИИ БЕЗ</a:t>
            </a:r>
            <a:r>
              <a:rPr b="1" lang="ru-RU" sz="1997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>
                <a:solidFill>
                  <a:srgbClr val="310F53"/>
                </a:solidFill>
              </a:rPr>
              <a:t>ОБЛАКА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778" name="Google Shape;778;p56"/>
          <p:cNvSpPr txBox="1"/>
          <p:nvPr>
            <p:ph idx="16" type="body"/>
          </p:nvPr>
        </p:nvSpPr>
        <p:spPr>
          <a:xfrm>
            <a:off x="780565" y="1772415"/>
            <a:ext cx="1311031" cy="6011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C3777"/>
              </a:buClr>
              <a:buSzPts val="2800"/>
              <a:buNone/>
            </a:pPr>
            <a:r>
              <a:rPr b="1" lang="ru-RU">
                <a:solidFill>
                  <a:srgbClr val="FC3777"/>
                </a:solidFill>
              </a:rPr>
              <a:t>01</a:t>
            </a:r>
            <a:endParaRPr b="1" sz="4400">
              <a:solidFill>
                <a:schemeClr val="accent5"/>
              </a:solidFill>
            </a:endParaRPr>
          </a:p>
        </p:txBody>
      </p:sp>
      <p:sp>
        <p:nvSpPr>
          <p:cNvPr id="779" name="Google Shape;779;p56"/>
          <p:cNvSpPr txBox="1"/>
          <p:nvPr>
            <p:ph idx="17" type="body"/>
          </p:nvPr>
        </p:nvSpPr>
        <p:spPr>
          <a:xfrm>
            <a:off x="4615219" y="1766200"/>
            <a:ext cx="1311031" cy="5729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C3777"/>
              </a:buClr>
              <a:buSzPts val="2800"/>
              <a:buNone/>
            </a:pPr>
            <a:r>
              <a:rPr b="1" lang="ru-RU">
                <a:solidFill>
                  <a:srgbClr val="FC3777"/>
                </a:solidFill>
              </a:rPr>
              <a:t>02</a:t>
            </a:r>
            <a:endParaRPr b="1" sz="4400">
              <a:solidFill>
                <a:schemeClr val="accent5"/>
              </a:solidFill>
            </a:endParaRPr>
          </a:p>
        </p:txBody>
      </p:sp>
      <p:sp>
        <p:nvSpPr>
          <p:cNvPr id="780" name="Google Shape;780;p56"/>
          <p:cNvSpPr txBox="1"/>
          <p:nvPr>
            <p:ph idx="18" type="body"/>
          </p:nvPr>
        </p:nvSpPr>
        <p:spPr>
          <a:xfrm>
            <a:off x="8547959" y="1766043"/>
            <a:ext cx="1311031" cy="57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C3777"/>
              </a:buClr>
              <a:buSzPts val="2800"/>
              <a:buNone/>
            </a:pPr>
            <a:r>
              <a:rPr b="1" lang="ru-RU">
                <a:solidFill>
                  <a:srgbClr val="FC3777"/>
                </a:solidFill>
              </a:rPr>
              <a:t>03</a:t>
            </a:r>
            <a:endParaRPr b="1" sz="440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57"/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fmla="val 1870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6" name="Google Shape;786;p57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>
                <a:solidFill>
                  <a:schemeClr val="accent5"/>
                </a:solidFill>
              </a:rPr>
              <a:t>‹#›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787" name="Google Shape;787;p57"/>
          <p:cNvSpPr txBox="1"/>
          <p:nvPr>
            <p:ph idx="1" type="body"/>
          </p:nvPr>
        </p:nvSpPr>
        <p:spPr>
          <a:xfrm>
            <a:off x="1615961" y="1428777"/>
            <a:ext cx="3866856" cy="4236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400"/>
              <a:buNone/>
            </a:pPr>
            <a:r>
              <a:rPr b="1" lang="ru-RU" sz="1400">
                <a:solidFill>
                  <a:srgbClr val="310F53"/>
                </a:solidFill>
              </a:rPr>
              <a:t>Классификатор заказчика</a:t>
            </a:r>
            <a:endParaRPr>
              <a:solidFill>
                <a:srgbClr val="F92571"/>
              </a:solidFill>
            </a:endParaRPr>
          </a:p>
        </p:txBody>
      </p:sp>
      <p:sp>
        <p:nvSpPr>
          <p:cNvPr id="788" name="Google Shape;788;p57"/>
          <p:cNvSpPr txBox="1"/>
          <p:nvPr>
            <p:ph idx="2" type="body"/>
          </p:nvPr>
        </p:nvSpPr>
        <p:spPr>
          <a:xfrm>
            <a:off x="1615964" y="1996388"/>
            <a:ext cx="3866856" cy="67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200"/>
              <a:buChar char="•"/>
            </a:pPr>
            <a:r>
              <a:rPr lang="ru-RU" sz="1200">
                <a:solidFill>
                  <a:srgbClr val="310F53"/>
                </a:solidFill>
              </a:rPr>
              <a:t>1283 типа происшествий, службы подбираются по признакам карточки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89" name="Google Shape;789;p57"/>
          <p:cNvSpPr txBox="1"/>
          <p:nvPr>
            <p:ph idx="3" type="body"/>
          </p:nvPr>
        </p:nvSpPr>
        <p:spPr>
          <a:xfrm>
            <a:off x="1596605" y="3032761"/>
            <a:ext cx="3866856" cy="4037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400"/>
              <a:buNone/>
            </a:pPr>
            <a:r>
              <a:rPr b="1" lang="ru-RU" sz="1400">
                <a:solidFill>
                  <a:srgbClr val="310F53"/>
                </a:solidFill>
              </a:rPr>
              <a:t>Памятка по работе с АРМ-112</a:t>
            </a:r>
            <a:endParaRPr>
              <a:solidFill>
                <a:srgbClr val="F92571"/>
              </a:solidFill>
            </a:endParaRPr>
          </a:p>
        </p:txBody>
      </p:sp>
      <p:sp>
        <p:nvSpPr>
          <p:cNvPr id="790" name="Google Shape;790;p57"/>
          <p:cNvSpPr txBox="1"/>
          <p:nvPr>
            <p:ph idx="4" type="body"/>
          </p:nvPr>
        </p:nvSpPr>
        <p:spPr>
          <a:xfrm>
            <a:off x="1596605" y="3580500"/>
            <a:ext cx="3866856" cy="67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200"/>
              <a:buChar char="•"/>
            </a:pPr>
            <a:r>
              <a:rPr lang="ru-RU" sz="1200">
                <a:solidFill>
                  <a:srgbClr val="310F53"/>
                </a:solidFill>
              </a:rPr>
              <a:t>Статусы реагирования и виды нарушений, по ним названы ошибки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91" name="Google Shape;791;p57"/>
          <p:cNvSpPr txBox="1"/>
          <p:nvPr>
            <p:ph idx="5" type="body"/>
          </p:nvPr>
        </p:nvSpPr>
        <p:spPr>
          <a:xfrm>
            <a:off x="1596605" y="4616873"/>
            <a:ext cx="3866856" cy="403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400"/>
              <a:buNone/>
            </a:pPr>
            <a:r>
              <a:rPr b="1" lang="ru-RU" sz="1400">
                <a:solidFill>
                  <a:srgbClr val="310F53"/>
                </a:solidFill>
              </a:rPr>
              <a:t>96 учебных билетов</a:t>
            </a:r>
            <a:endParaRPr>
              <a:solidFill>
                <a:srgbClr val="F92571"/>
              </a:solidFill>
            </a:endParaRPr>
          </a:p>
        </p:txBody>
      </p:sp>
      <p:sp>
        <p:nvSpPr>
          <p:cNvPr id="792" name="Google Shape;792;p57"/>
          <p:cNvSpPr txBox="1"/>
          <p:nvPr>
            <p:ph idx="6" type="body"/>
          </p:nvPr>
        </p:nvSpPr>
        <p:spPr>
          <a:xfrm>
            <a:off x="1596605" y="5164612"/>
            <a:ext cx="3866856" cy="67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200"/>
              <a:buChar char="•"/>
            </a:pPr>
            <a:r>
              <a:rPr lang="ru-RU" sz="1200">
                <a:solidFill>
                  <a:srgbClr val="310F53"/>
                </a:solidFill>
              </a:rPr>
              <a:t>Ситуации заказчика превращены в учебные сценарии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93" name="Google Shape;793;p57"/>
          <p:cNvSpPr txBox="1"/>
          <p:nvPr>
            <p:ph idx="7" type="body"/>
          </p:nvPr>
        </p:nvSpPr>
        <p:spPr>
          <a:xfrm>
            <a:off x="7289068" y="1428777"/>
            <a:ext cx="3866856" cy="4236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400"/>
              <a:buNone/>
            </a:pPr>
            <a:r>
              <a:rPr b="1" lang="ru-RU" sz="1400">
                <a:solidFill>
                  <a:srgbClr val="310F53"/>
                </a:solidFill>
              </a:rPr>
              <a:t>Соответствие техническому заданию</a:t>
            </a:r>
            <a:endParaRPr>
              <a:solidFill>
                <a:srgbClr val="F92571"/>
              </a:solidFill>
            </a:endParaRPr>
          </a:p>
        </p:txBody>
      </p:sp>
      <p:sp>
        <p:nvSpPr>
          <p:cNvPr id="794" name="Google Shape;794;p57"/>
          <p:cNvSpPr txBox="1"/>
          <p:nvPr>
            <p:ph idx="8" type="body"/>
          </p:nvPr>
        </p:nvSpPr>
        <p:spPr>
          <a:xfrm>
            <a:off x="7289071" y="1996388"/>
            <a:ext cx="3866856" cy="67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200"/>
              <a:buChar char="•"/>
            </a:pPr>
            <a:r>
              <a:rPr lang="ru-RU" sz="1200">
                <a:solidFill>
                  <a:srgbClr val="310F53"/>
                </a:solidFill>
              </a:rPr>
              <a:t>174 пункта: 140 выполнено, 31 частично, по каждому указано, как проверить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95" name="Google Shape;795;p57"/>
          <p:cNvSpPr txBox="1"/>
          <p:nvPr>
            <p:ph idx="9" type="body"/>
          </p:nvPr>
        </p:nvSpPr>
        <p:spPr>
          <a:xfrm>
            <a:off x="7269712" y="3032761"/>
            <a:ext cx="3866856" cy="4037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400"/>
              <a:buNone/>
            </a:pPr>
            <a:r>
              <a:rPr b="1" lang="ru-RU" sz="1400">
                <a:solidFill>
                  <a:srgbClr val="310F53"/>
                </a:solidFill>
              </a:rPr>
              <a:t>Скорость под нагрузкой</a:t>
            </a:r>
            <a:endParaRPr>
              <a:solidFill>
                <a:srgbClr val="F92571"/>
              </a:solidFill>
            </a:endParaRPr>
          </a:p>
        </p:txBody>
      </p:sp>
      <p:sp>
        <p:nvSpPr>
          <p:cNvPr id="796" name="Google Shape;796;p57"/>
          <p:cNvSpPr txBox="1"/>
          <p:nvPr>
            <p:ph idx="13" type="body"/>
          </p:nvPr>
        </p:nvSpPr>
        <p:spPr>
          <a:xfrm>
            <a:off x="7269712" y="3580500"/>
            <a:ext cx="3866856" cy="67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200"/>
              <a:buChar char="•"/>
            </a:pPr>
            <a:r>
              <a:rPr lang="ru-RU" sz="1200">
                <a:solidFill>
                  <a:srgbClr val="310F53"/>
                </a:solidFill>
              </a:rPr>
              <a:t>100 пользователей: отклик 1,8 секунды. 825 записей в базу в секунду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97" name="Google Shape;797;p57"/>
          <p:cNvSpPr txBox="1"/>
          <p:nvPr>
            <p:ph idx="14" type="body"/>
          </p:nvPr>
        </p:nvSpPr>
        <p:spPr>
          <a:xfrm>
            <a:off x="7269712" y="4616873"/>
            <a:ext cx="3866856" cy="403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400"/>
              <a:buNone/>
            </a:pPr>
            <a:r>
              <a:rPr b="1" lang="ru-RU" sz="1400">
                <a:solidFill>
                  <a:srgbClr val="310F53"/>
                </a:solidFill>
              </a:rPr>
              <a:t>Рекомендации заказчика</a:t>
            </a:r>
            <a:endParaRPr>
              <a:solidFill>
                <a:srgbClr val="F92571"/>
              </a:solidFill>
            </a:endParaRPr>
          </a:p>
        </p:txBody>
      </p:sp>
      <p:sp>
        <p:nvSpPr>
          <p:cNvPr id="798" name="Google Shape;798;p57"/>
          <p:cNvSpPr txBox="1"/>
          <p:nvPr>
            <p:ph idx="15" type="body"/>
          </p:nvPr>
        </p:nvSpPr>
        <p:spPr>
          <a:xfrm>
            <a:off x="7269712" y="5164612"/>
            <a:ext cx="3866856" cy="67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200"/>
              <a:buChar char="•"/>
            </a:pPr>
            <a:r>
              <a:rPr lang="ru-RU" sz="1200">
                <a:solidFill>
                  <a:srgbClr val="310F53"/>
                </a:solidFill>
              </a:rPr>
              <a:t>Все 10 рекомендаций от 16.10 отработаны, у каждой строка в матрице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99" name="Google Shape;799;p57"/>
          <p:cNvSpPr txBox="1"/>
          <p:nvPr>
            <p:ph type="title"/>
          </p:nvPr>
        </p:nvSpPr>
        <p:spPr>
          <a:xfrm>
            <a:off x="525817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96"/>
              <a:buFont typeface="Montserrat"/>
              <a:buNone/>
            </a:pPr>
            <a:r>
              <a:rPr b="1" lang="ru-RU" sz="1997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rPr>
              <a:t>ЧТО ПРОВЕРЕНО</a:t>
            </a:r>
            <a:endParaRPr/>
          </a:p>
        </p:txBody>
      </p:sp>
      <p:sp>
        <p:nvSpPr>
          <p:cNvPr id="800" name="Google Shape;800;p57"/>
          <p:cNvSpPr txBox="1"/>
          <p:nvPr>
            <p:ph idx="16" type="body"/>
          </p:nvPr>
        </p:nvSpPr>
        <p:spPr>
          <a:xfrm>
            <a:off x="520913" y="1394052"/>
            <a:ext cx="771003" cy="4236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C3777"/>
              </a:buClr>
              <a:buSzPts val="2800"/>
              <a:buNone/>
            </a:pPr>
            <a:r>
              <a:rPr b="1" lang="ru-RU">
                <a:solidFill>
                  <a:srgbClr val="FC3777"/>
                </a:solidFill>
              </a:rPr>
              <a:t>01</a:t>
            </a:r>
            <a:endParaRPr b="1">
              <a:solidFill>
                <a:schemeClr val="accent5"/>
              </a:solidFill>
            </a:endParaRPr>
          </a:p>
        </p:txBody>
      </p:sp>
      <p:sp>
        <p:nvSpPr>
          <p:cNvPr id="801" name="Google Shape;801;p57"/>
          <p:cNvSpPr txBox="1"/>
          <p:nvPr>
            <p:ph idx="17" type="body"/>
          </p:nvPr>
        </p:nvSpPr>
        <p:spPr>
          <a:xfrm>
            <a:off x="501557" y="2998036"/>
            <a:ext cx="771003" cy="4037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C3777"/>
              </a:buClr>
              <a:buSzPts val="2800"/>
              <a:buNone/>
            </a:pPr>
            <a:r>
              <a:rPr b="1" lang="ru-RU">
                <a:solidFill>
                  <a:srgbClr val="FC3777"/>
                </a:solidFill>
              </a:rPr>
              <a:t>02</a:t>
            </a:r>
            <a:endParaRPr b="1">
              <a:solidFill>
                <a:schemeClr val="accent5"/>
              </a:solidFill>
            </a:endParaRPr>
          </a:p>
        </p:txBody>
      </p:sp>
      <p:sp>
        <p:nvSpPr>
          <p:cNvPr id="802" name="Google Shape;802;p57"/>
          <p:cNvSpPr txBox="1"/>
          <p:nvPr>
            <p:ph idx="18" type="body"/>
          </p:nvPr>
        </p:nvSpPr>
        <p:spPr>
          <a:xfrm>
            <a:off x="501557" y="4582148"/>
            <a:ext cx="771003" cy="403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C3777"/>
              </a:buClr>
              <a:buSzPts val="2800"/>
              <a:buNone/>
            </a:pPr>
            <a:r>
              <a:rPr b="1" lang="ru-RU">
                <a:solidFill>
                  <a:srgbClr val="FC3777"/>
                </a:solidFill>
              </a:rPr>
              <a:t>03</a:t>
            </a:r>
            <a:endParaRPr b="1">
              <a:solidFill>
                <a:schemeClr val="accent5"/>
              </a:solidFill>
            </a:endParaRPr>
          </a:p>
        </p:txBody>
      </p:sp>
      <p:sp>
        <p:nvSpPr>
          <p:cNvPr id="803" name="Google Shape;803;p57"/>
          <p:cNvSpPr txBox="1"/>
          <p:nvPr>
            <p:ph idx="19" type="body"/>
          </p:nvPr>
        </p:nvSpPr>
        <p:spPr>
          <a:xfrm>
            <a:off x="6194020" y="1394052"/>
            <a:ext cx="771003" cy="4236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C3777"/>
              </a:buClr>
              <a:buSzPts val="2800"/>
              <a:buNone/>
            </a:pPr>
            <a:r>
              <a:rPr b="1" lang="ru-RU">
                <a:solidFill>
                  <a:srgbClr val="FC3777"/>
                </a:solidFill>
              </a:rPr>
              <a:t>04</a:t>
            </a:r>
            <a:endParaRPr b="1">
              <a:solidFill>
                <a:schemeClr val="accent5"/>
              </a:solidFill>
            </a:endParaRPr>
          </a:p>
        </p:txBody>
      </p:sp>
      <p:sp>
        <p:nvSpPr>
          <p:cNvPr id="804" name="Google Shape;804;p57"/>
          <p:cNvSpPr txBox="1"/>
          <p:nvPr>
            <p:ph idx="20" type="body"/>
          </p:nvPr>
        </p:nvSpPr>
        <p:spPr>
          <a:xfrm>
            <a:off x="6174664" y="2998036"/>
            <a:ext cx="771003" cy="4037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C3777"/>
              </a:buClr>
              <a:buSzPts val="2800"/>
              <a:buNone/>
            </a:pPr>
            <a:r>
              <a:rPr b="1" lang="ru-RU">
                <a:solidFill>
                  <a:srgbClr val="FC3777"/>
                </a:solidFill>
              </a:rPr>
              <a:t>05</a:t>
            </a:r>
            <a:endParaRPr b="1">
              <a:solidFill>
                <a:schemeClr val="accent5"/>
              </a:solidFill>
            </a:endParaRPr>
          </a:p>
        </p:txBody>
      </p:sp>
      <p:sp>
        <p:nvSpPr>
          <p:cNvPr id="805" name="Google Shape;805;p57"/>
          <p:cNvSpPr txBox="1"/>
          <p:nvPr>
            <p:ph idx="21" type="body"/>
          </p:nvPr>
        </p:nvSpPr>
        <p:spPr>
          <a:xfrm>
            <a:off x="6174664" y="4582148"/>
            <a:ext cx="771003" cy="403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C3777"/>
              </a:buClr>
              <a:buSzPts val="2800"/>
              <a:buNone/>
            </a:pPr>
            <a:r>
              <a:rPr b="1" lang="ru-RU">
                <a:solidFill>
                  <a:srgbClr val="FC3777"/>
                </a:solidFill>
              </a:rPr>
              <a:t>06</a:t>
            </a:r>
            <a:endParaRPr b="1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58"/>
          <p:cNvSpPr txBox="1"/>
          <p:nvPr>
            <p:ph type="title"/>
          </p:nvPr>
        </p:nvSpPr>
        <p:spPr>
          <a:xfrm>
            <a:off x="533490" y="370426"/>
            <a:ext cx="5562510" cy="4423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900"/>
              <a:buFont typeface="Montserrat"/>
              <a:buNone/>
            </a:pPr>
            <a:r>
              <a:rPr lang="ru-RU">
                <a:solidFill>
                  <a:srgbClr val="310F53"/>
                </a:solidFill>
              </a:rPr>
              <a:t>УНИКАЛЬНОСТЬ РЕШЕНИЯ</a:t>
            </a:r>
            <a:endParaRPr sz="2000">
              <a:solidFill>
                <a:schemeClr val="accent5"/>
              </a:solidFill>
            </a:endParaRPr>
          </a:p>
        </p:txBody>
      </p:sp>
      <p:sp>
        <p:nvSpPr>
          <p:cNvPr id="811" name="Google Shape;811;p58"/>
          <p:cNvSpPr txBox="1"/>
          <p:nvPr>
            <p:ph idx="2" type="body"/>
          </p:nvPr>
        </p:nvSpPr>
        <p:spPr>
          <a:xfrm>
            <a:off x="521133" y="1695025"/>
            <a:ext cx="4902200" cy="71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500"/>
              <a:buNone/>
            </a:pPr>
            <a:r>
              <a:rPr lang="ru-RU" sz="1500">
                <a:solidFill>
                  <a:srgbClr val="310F53"/>
                </a:solidFill>
              </a:rPr>
              <a:t>Рабочее место повторяет живой АРМ-112, сверено по скриншотам заказчика.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12" name="Google Shape;812;p58"/>
          <p:cNvSpPr txBox="1"/>
          <p:nvPr>
            <p:ph idx="3" type="body"/>
          </p:nvPr>
        </p:nvSpPr>
        <p:spPr>
          <a:xfrm>
            <a:off x="521133" y="2552035"/>
            <a:ext cx="4902200" cy="71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500"/>
              <a:buNone/>
            </a:pPr>
            <a:r>
              <a:rPr lang="ru-RU" sz="1500">
                <a:solidFill>
                  <a:srgbClr val="310F53"/>
                </a:solidFill>
              </a:rPr>
              <a:t>Виртуальный телефон: справочник, собеседники торопят, «машин нет», доклады бригады.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13" name="Google Shape;813;p58"/>
          <p:cNvSpPr txBox="1"/>
          <p:nvPr>
            <p:ph idx="4" type="body"/>
          </p:nvPr>
        </p:nvSpPr>
        <p:spPr>
          <a:xfrm>
            <a:off x="521133" y="3409044"/>
            <a:ext cx="4902200" cy="71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500"/>
              <a:buNone/>
            </a:pPr>
            <a:r>
              <a:rPr lang="ru-RU" sz="1500">
                <a:solidFill>
                  <a:srgbClr val="310F53"/>
                </a:solidFill>
              </a:rPr>
              <a:t>Работает в закрытом контуре на процессоре, без интернета и без видеокарты.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14" name="Google Shape;814;p58"/>
          <p:cNvSpPr txBox="1"/>
          <p:nvPr>
            <p:ph idx="5" type="body"/>
          </p:nvPr>
        </p:nvSpPr>
        <p:spPr>
          <a:xfrm>
            <a:off x="521133" y="4266053"/>
            <a:ext cx="4902200" cy="71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500"/>
              <a:buNone/>
            </a:pPr>
            <a:r>
              <a:rPr lang="ru-RU" sz="1500">
                <a:solidFill>
                  <a:srgbClr val="310F53"/>
                </a:solidFill>
              </a:rPr>
              <a:t>Оценка объяснимая: ошибки словами памятки, подсчёт проверен 408 сверками.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15" name="Google Shape;815;p58"/>
          <p:cNvSpPr txBox="1"/>
          <p:nvPr>
            <p:ph idx="6" type="body"/>
          </p:nvPr>
        </p:nvSpPr>
        <p:spPr>
          <a:xfrm>
            <a:off x="521133" y="5123063"/>
            <a:ext cx="4902200" cy="71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500"/>
              <a:buNone/>
            </a:pPr>
            <a:r>
              <a:rPr lang="ru-RU" sz="1500">
                <a:solidFill>
                  <a:srgbClr val="310F53"/>
                </a:solidFill>
              </a:rPr>
              <a:t>ИИ сам пишет задания, оценивает и даёт советы без участия преподавателя.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16" name="Google Shape;816;p58"/>
          <p:cNvSpPr txBox="1"/>
          <p:nvPr>
            <p:ph idx="4294967295" type="sldNum"/>
          </p:nvPr>
        </p:nvSpPr>
        <p:spPr>
          <a:xfrm>
            <a:off x="11441475" y="6356350"/>
            <a:ext cx="558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>
                <a:solidFill>
                  <a:schemeClr val="accent5"/>
                </a:solidFill>
              </a:rPr>
              <a:t>‹#›</a:t>
            </a:fld>
            <a:endParaRPr>
              <a:solidFill>
                <a:schemeClr val="accent5"/>
              </a:solidFill>
            </a:endParaRPr>
          </a:p>
        </p:txBody>
      </p:sp>
      <p:cxnSp>
        <p:nvCxnSpPr>
          <p:cNvPr id="817" name="Google Shape;817;p58"/>
          <p:cNvCxnSpPr/>
          <p:nvPr/>
        </p:nvCxnSpPr>
        <p:spPr>
          <a:xfrm>
            <a:off x="521133" y="1604660"/>
            <a:ext cx="1133590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miter lim="0"/>
            <a:headEnd len="sm" w="sm" type="none"/>
            <a:tailEnd len="sm" w="sm" type="none"/>
          </a:ln>
        </p:spPr>
      </p:cxnSp>
      <p:cxnSp>
        <p:nvCxnSpPr>
          <p:cNvPr id="818" name="Google Shape;818;p58"/>
          <p:cNvCxnSpPr/>
          <p:nvPr/>
        </p:nvCxnSpPr>
        <p:spPr>
          <a:xfrm>
            <a:off x="521133" y="2465535"/>
            <a:ext cx="1133590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miter lim="0"/>
            <a:headEnd len="sm" w="sm" type="none"/>
            <a:tailEnd len="sm" w="sm" type="none"/>
          </a:ln>
        </p:spPr>
      </p:cxnSp>
      <p:cxnSp>
        <p:nvCxnSpPr>
          <p:cNvPr id="819" name="Google Shape;819;p58"/>
          <p:cNvCxnSpPr/>
          <p:nvPr/>
        </p:nvCxnSpPr>
        <p:spPr>
          <a:xfrm>
            <a:off x="521133" y="3342865"/>
            <a:ext cx="1133590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miter lim="0"/>
            <a:headEnd len="sm" w="sm" type="none"/>
            <a:tailEnd len="sm" w="sm" type="none"/>
          </a:ln>
        </p:spPr>
      </p:cxnSp>
      <p:cxnSp>
        <p:nvCxnSpPr>
          <p:cNvPr id="820" name="Google Shape;820;p58"/>
          <p:cNvCxnSpPr/>
          <p:nvPr/>
        </p:nvCxnSpPr>
        <p:spPr>
          <a:xfrm>
            <a:off x="521133" y="4183125"/>
            <a:ext cx="1133590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miter lim="0"/>
            <a:headEnd len="sm" w="sm" type="none"/>
            <a:tailEnd len="sm" w="sm" type="none"/>
          </a:ln>
        </p:spPr>
      </p:cxnSp>
      <p:cxnSp>
        <p:nvCxnSpPr>
          <p:cNvPr id="821" name="Google Shape;821;p58"/>
          <p:cNvCxnSpPr/>
          <p:nvPr/>
        </p:nvCxnSpPr>
        <p:spPr>
          <a:xfrm>
            <a:off x="521133" y="5048098"/>
            <a:ext cx="1133590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miter lim="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59"/>
          <p:cNvSpPr txBox="1"/>
          <p:nvPr>
            <p:ph type="title"/>
          </p:nvPr>
        </p:nvSpPr>
        <p:spPr>
          <a:xfrm>
            <a:off x="533490" y="370426"/>
            <a:ext cx="5562510" cy="4423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900"/>
              <a:buFont typeface="Montserrat"/>
              <a:buNone/>
            </a:pPr>
            <a:r>
              <a:rPr lang="ru-RU">
                <a:solidFill>
                  <a:srgbClr val="310F53"/>
                </a:solidFill>
              </a:rPr>
              <a:t>ВНЕДРЕНИЕ И СОПРОВОЖДЕНИЕ</a:t>
            </a:r>
            <a:endParaRPr sz="2000">
              <a:solidFill>
                <a:schemeClr val="accent5"/>
              </a:solidFill>
            </a:endParaRPr>
          </a:p>
        </p:txBody>
      </p:sp>
      <p:sp>
        <p:nvSpPr>
          <p:cNvPr id="827" name="Google Shape;827;p59"/>
          <p:cNvSpPr txBox="1"/>
          <p:nvPr>
            <p:ph idx="2" type="body"/>
          </p:nvPr>
        </p:nvSpPr>
        <p:spPr>
          <a:xfrm>
            <a:off x="521133" y="1695025"/>
            <a:ext cx="4902200" cy="71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500"/>
              <a:buNone/>
            </a:pPr>
            <a:r>
              <a:rPr lang="ru-RU" sz="1500">
                <a:solidFill>
                  <a:srgbClr val="310F53"/>
                </a:solidFill>
              </a:rPr>
              <a:t>Установка в закрытом контуре заказчика, без облака и внешних сервисов.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28" name="Google Shape;828;p59"/>
          <p:cNvSpPr txBox="1"/>
          <p:nvPr>
            <p:ph idx="3" type="body"/>
          </p:nvPr>
        </p:nvSpPr>
        <p:spPr>
          <a:xfrm>
            <a:off x="521133" y="2552035"/>
            <a:ext cx="4902200" cy="71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500"/>
              <a:buNone/>
            </a:pPr>
            <a:r>
              <a:rPr lang="ru-RU" sz="1500">
                <a:solidFill>
                  <a:srgbClr val="310F53"/>
                </a:solidFill>
              </a:rPr>
              <a:t>Настройка под регион: свой классификатор, памятка и сценарии, без переписывания кода.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29" name="Google Shape;829;p59"/>
          <p:cNvSpPr txBox="1"/>
          <p:nvPr>
            <p:ph idx="4" type="body"/>
          </p:nvPr>
        </p:nvSpPr>
        <p:spPr>
          <a:xfrm>
            <a:off x="521133" y="3409044"/>
            <a:ext cx="4902200" cy="71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500"/>
              <a:buNone/>
            </a:pPr>
            <a:r>
              <a:rPr lang="ru-RU" sz="1500">
                <a:solidFill>
                  <a:srgbClr val="310F53"/>
                </a:solidFill>
              </a:rPr>
              <a:t>Обучение преподавателей, поддержка и обновления.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30" name="Google Shape;830;p59"/>
          <p:cNvSpPr txBox="1"/>
          <p:nvPr>
            <p:ph idx="5" type="body"/>
          </p:nvPr>
        </p:nvSpPr>
        <p:spPr>
          <a:xfrm>
            <a:off x="521133" y="4266053"/>
            <a:ext cx="4902200" cy="71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500"/>
              <a:buNone/>
            </a:pPr>
            <a:r>
              <a:rPr lang="ru-RU" sz="1500">
                <a:solidFill>
                  <a:srgbClr val="310F53"/>
                </a:solidFill>
              </a:rPr>
              <a:t>Можем вести как сервис или передать заказчику с полным сопровождением.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31" name="Google Shape;831;p59"/>
          <p:cNvSpPr txBox="1"/>
          <p:nvPr>
            <p:ph idx="4294967295" type="sldNum"/>
          </p:nvPr>
        </p:nvSpPr>
        <p:spPr>
          <a:xfrm>
            <a:off x="11441475" y="6356350"/>
            <a:ext cx="558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>
                <a:solidFill>
                  <a:schemeClr val="accent5"/>
                </a:solidFill>
              </a:rPr>
              <a:t>‹#›</a:t>
            </a:fld>
            <a:endParaRPr>
              <a:solidFill>
                <a:schemeClr val="accent5"/>
              </a:solidFill>
            </a:endParaRPr>
          </a:p>
        </p:txBody>
      </p:sp>
      <p:cxnSp>
        <p:nvCxnSpPr>
          <p:cNvPr id="832" name="Google Shape;832;p59"/>
          <p:cNvCxnSpPr/>
          <p:nvPr/>
        </p:nvCxnSpPr>
        <p:spPr>
          <a:xfrm>
            <a:off x="521133" y="1604660"/>
            <a:ext cx="1133590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miter lim="0"/>
            <a:headEnd len="sm" w="sm" type="none"/>
            <a:tailEnd len="sm" w="sm" type="none"/>
          </a:ln>
        </p:spPr>
      </p:cxnSp>
      <p:cxnSp>
        <p:nvCxnSpPr>
          <p:cNvPr id="833" name="Google Shape;833;p59"/>
          <p:cNvCxnSpPr/>
          <p:nvPr/>
        </p:nvCxnSpPr>
        <p:spPr>
          <a:xfrm>
            <a:off x="521133" y="2465535"/>
            <a:ext cx="1133590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miter lim="0"/>
            <a:headEnd len="sm" w="sm" type="none"/>
            <a:tailEnd len="sm" w="sm" type="none"/>
          </a:ln>
        </p:spPr>
      </p:cxnSp>
      <p:cxnSp>
        <p:nvCxnSpPr>
          <p:cNvPr id="834" name="Google Shape;834;p59"/>
          <p:cNvCxnSpPr/>
          <p:nvPr/>
        </p:nvCxnSpPr>
        <p:spPr>
          <a:xfrm>
            <a:off x="521133" y="3342865"/>
            <a:ext cx="1133590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miter lim="0"/>
            <a:headEnd len="sm" w="sm" type="none"/>
            <a:tailEnd len="sm" w="sm" type="none"/>
          </a:ln>
        </p:spPr>
      </p:cxnSp>
      <p:cxnSp>
        <p:nvCxnSpPr>
          <p:cNvPr id="835" name="Google Shape;835;p59"/>
          <p:cNvCxnSpPr/>
          <p:nvPr/>
        </p:nvCxnSpPr>
        <p:spPr>
          <a:xfrm>
            <a:off x="521133" y="4183125"/>
            <a:ext cx="1133590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miter lim="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60"/>
          <p:cNvSpPr txBox="1"/>
          <p:nvPr>
            <p:ph type="title"/>
          </p:nvPr>
        </p:nvSpPr>
        <p:spPr>
          <a:xfrm>
            <a:off x="533490" y="370426"/>
            <a:ext cx="5562510" cy="4423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900"/>
              <a:buFont typeface="Montserrat"/>
              <a:buNone/>
            </a:pPr>
            <a:r>
              <a:rPr lang="ru-RU">
                <a:solidFill>
                  <a:srgbClr val="310F53"/>
                </a:solidFill>
              </a:rPr>
              <a:t>ПЛАНЫ ПО РАЗВИТИЮ</a:t>
            </a:r>
            <a:endParaRPr sz="2000">
              <a:solidFill>
                <a:schemeClr val="accent5"/>
              </a:solidFill>
            </a:endParaRPr>
          </a:p>
        </p:txBody>
      </p:sp>
      <p:sp>
        <p:nvSpPr>
          <p:cNvPr id="841" name="Google Shape;841;p60"/>
          <p:cNvSpPr txBox="1"/>
          <p:nvPr>
            <p:ph idx="2" type="body"/>
          </p:nvPr>
        </p:nvSpPr>
        <p:spPr>
          <a:xfrm>
            <a:off x="521133" y="1695025"/>
            <a:ext cx="4902200" cy="71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500"/>
              <a:buNone/>
            </a:pPr>
            <a:r>
              <a:rPr lang="ru-RU" sz="1500">
                <a:solidFill>
                  <a:srgbClr val="310F53"/>
                </a:solidFill>
              </a:rPr>
              <a:t>Расшифровка сценариев реагирования заказчика для более точной оценки.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42" name="Google Shape;842;p60"/>
          <p:cNvSpPr txBox="1"/>
          <p:nvPr>
            <p:ph idx="3" type="body"/>
          </p:nvPr>
        </p:nvSpPr>
        <p:spPr>
          <a:xfrm>
            <a:off x="521133" y="2552035"/>
            <a:ext cx="4902200" cy="71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500"/>
              <a:buNone/>
            </a:pPr>
            <a:r>
              <a:rPr lang="ru-RU" sz="1500">
                <a:solidFill>
                  <a:srgbClr val="310F53"/>
                </a:solidFill>
              </a:rPr>
              <a:t>Вход через каталог учётных записей учебного центра.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43" name="Google Shape;843;p60"/>
          <p:cNvSpPr txBox="1"/>
          <p:nvPr>
            <p:ph idx="4" type="body"/>
          </p:nvPr>
        </p:nvSpPr>
        <p:spPr>
          <a:xfrm>
            <a:off x="521133" y="3409044"/>
            <a:ext cx="4902200" cy="71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500"/>
              <a:buNone/>
            </a:pPr>
            <a:r>
              <a:rPr lang="ru-RU" sz="1500">
                <a:solidFill>
                  <a:srgbClr val="310F53"/>
                </a:solidFill>
              </a:rPr>
              <a:t>Режим аттестации с протоколом и сертификатом.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44" name="Google Shape;844;p60"/>
          <p:cNvSpPr txBox="1"/>
          <p:nvPr>
            <p:ph idx="5" type="body"/>
          </p:nvPr>
        </p:nvSpPr>
        <p:spPr>
          <a:xfrm>
            <a:off x="521133" y="4266053"/>
            <a:ext cx="4902200" cy="71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500"/>
              <a:buNone/>
            </a:pPr>
            <a:r>
              <a:rPr lang="ru-RU" sz="1500">
                <a:solidFill>
                  <a:srgbClr val="310F53"/>
                </a:solidFill>
              </a:rPr>
              <a:t>Ролевой режим: преподаватель играет начальника службы. Настольный SIP-аппарат.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45" name="Google Shape;845;p60"/>
          <p:cNvSpPr txBox="1"/>
          <p:nvPr>
            <p:ph idx="6" type="body"/>
          </p:nvPr>
        </p:nvSpPr>
        <p:spPr>
          <a:xfrm>
            <a:off x="521133" y="5123063"/>
            <a:ext cx="4902200" cy="71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500"/>
              <a:buNone/>
            </a:pPr>
            <a:r>
              <a:rPr lang="ru-RU" sz="1500">
                <a:solidFill>
                  <a:srgbClr val="310F53"/>
                </a:solidFill>
              </a:rPr>
              <a:t>Перенос в другие регионы: свой классификатор и своя памятка.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46" name="Google Shape;846;p60"/>
          <p:cNvSpPr txBox="1"/>
          <p:nvPr>
            <p:ph idx="4294967295" type="sldNum"/>
          </p:nvPr>
        </p:nvSpPr>
        <p:spPr>
          <a:xfrm>
            <a:off x="11441475" y="6356350"/>
            <a:ext cx="558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>
                <a:solidFill>
                  <a:schemeClr val="accent5"/>
                </a:solidFill>
              </a:rPr>
              <a:t>‹#›</a:t>
            </a:fld>
            <a:endParaRPr>
              <a:solidFill>
                <a:schemeClr val="accent5"/>
              </a:solidFill>
            </a:endParaRPr>
          </a:p>
        </p:txBody>
      </p:sp>
      <p:cxnSp>
        <p:nvCxnSpPr>
          <p:cNvPr id="847" name="Google Shape;847;p60"/>
          <p:cNvCxnSpPr/>
          <p:nvPr/>
        </p:nvCxnSpPr>
        <p:spPr>
          <a:xfrm>
            <a:off x="521133" y="1604660"/>
            <a:ext cx="1133590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miter lim="0"/>
            <a:headEnd len="sm" w="sm" type="none"/>
            <a:tailEnd len="sm" w="sm" type="none"/>
          </a:ln>
        </p:spPr>
      </p:cxnSp>
      <p:cxnSp>
        <p:nvCxnSpPr>
          <p:cNvPr id="848" name="Google Shape;848;p60"/>
          <p:cNvCxnSpPr/>
          <p:nvPr/>
        </p:nvCxnSpPr>
        <p:spPr>
          <a:xfrm>
            <a:off x="521133" y="2465535"/>
            <a:ext cx="1133590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miter lim="0"/>
            <a:headEnd len="sm" w="sm" type="none"/>
            <a:tailEnd len="sm" w="sm" type="none"/>
          </a:ln>
        </p:spPr>
      </p:cxnSp>
      <p:cxnSp>
        <p:nvCxnSpPr>
          <p:cNvPr id="849" name="Google Shape;849;p60"/>
          <p:cNvCxnSpPr/>
          <p:nvPr/>
        </p:nvCxnSpPr>
        <p:spPr>
          <a:xfrm>
            <a:off x="521133" y="3342865"/>
            <a:ext cx="1133590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miter lim="0"/>
            <a:headEnd len="sm" w="sm" type="none"/>
            <a:tailEnd len="sm" w="sm" type="none"/>
          </a:ln>
        </p:spPr>
      </p:cxnSp>
      <p:cxnSp>
        <p:nvCxnSpPr>
          <p:cNvPr id="850" name="Google Shape;850;p60"/>
          <p:cNvCxnSpPr/>
          <p:nvPr/>
        </p:nvCxnSpPr>
        <p:spPr>
          <a:xfrm>
            <a:off x="521133" y="4183125"/>
            <a:ext cx="1133590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miter lim="0"/>
            <a:headEnd len="sm" w="sm" type="none"/>
            <a:tailEnd len="sm" w="sm" type="none"/>
          </a:ln>
        </p:spPr>
      </p:cxnSp>
      <p:cxnSp>
        <p:nvCxnSpPr>
          <p:cNvPr id="851" name="Google Shape;851;p60"/>
          <p:cNvCxnSpPr/>
          <p:nvPr/>
        </p:nvCxnSpPr>
        <p:spPr>
          <a:xfrm>
            <a:off x="521133" y="5048098"/>
            <a:ext cx="1133590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miter lim="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61"/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fmla="val 18706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57" name="Google Shape;857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78252" y="904538"/>
            <a:ext cx="4551334" cy="3557364"/>
          </a:xfrm>
          <a:prstGeom prst="rect">
            <a:avLst/>
          </a:prstGeom>
          <a:noFill/>
          <a:ln>
            <a:noFill/>
          </a:ln>
        </p:spPr>
      </p:pic>
      <p:sp>
        <p:nvSpPr>
          <p:cNvPr id="858" name="Google Shape;858;p61"/>
          <p:cNvSpPr/>
          <p:nvPr>
            <p:ph idx="2" type="pic"/>
          </p:nvPr>
        </p:nvSpPr>
        <p:spPr>
          <a:xfrm>
            <a:off x="4068417" y="1187395"/>
            <a:ext cx="3988905" cy="3000292"/>
          </a:xfrm>
          <a:prstGeom prst="roundRect">
            <a:avLst>
              <a:gd fmla="val 3416" name="adj"/>
            </a:avLst>
          </a:prstGeom>
          <a:noFill/>
          <a:ln>
            <a:noFill/>
          </a:ln>
        </p:spPr>
      </p:sp>
      <p:sp>
        <p:nvSpPr>
          <p:cNvPr id="859" name="Google Shape;859;p61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>
                <a:solidFill>
                  <a:schemeClr val="accent5"/>
                </a:solidFill>
              </a:rPr>
              <a:t>‹#›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860" name="Google Shape;860;p61"/>
          <p:cNvSpPr txBox="1"/>
          <p:nvPr>
            <p:ph idx="1" type="body"/>
          </p:nvPr>
        </p:nvSpPr>
        <p:spPr>
          <a:xfrm>
            <a:off x="346075" y="4656083"/>
            <a:ext cx="3626835" cy="15446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300"/>
              <a:buChar char="•"/>
            </a:pPr>
            <a:r>
              <a:rPr b="1" lang="ru-RU" sz="1300">
                <a:solidFill>
                  <a:srgbClr val="310F53"/>
                </a:solidFill>
              </a:rPr>
              <a:t>Рабочий стенд</a:t>
            </a:r>
            <a:endParaRPr>
              <a:solidFill>
                <a:schemeClr val="dk1"/>
              </a:solidFill>
            </a:endParaRPr>
          </a:p>
          <a:p>
            <a:pPr indent="-144688" lvl="0" marL="144688" rtl="0" algn="l">
              <a:lnSpc>
                <a:spcPct val="90000"/>
              </a:lnSpc>
              <a:spcBef>
                <a:spcPts val="1431"/>
              </a:spcBef>
              <a:spcAft>
                <a:spcPts val="0"/>
              </a:spcAft>
              <a:buClr>
                <a:srgbClr val="310F53"/>
              </a:buClr>
              <a:buSzPts val="1300"/>
              <a:buChar char="•"/>
            </a:pPr>
            <a:r>
              <a:rPr lang="ru-RU" sz="1300">
                <a:solidFill>
                  <a:srgbClr val="310F53"/>
                </a:solidFill>
              </a:rPr>
              <a:t>https://155-212-186-2.sslip.io, логины и пароли на странице входа.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61" name="Google Shape;861;p61"/>
          <p:cNvSpPr txBox="1"/>
          <p:nvPr>
            <p:ph idx="3" type="body"/>
          </p:nvPr>
        </p:nvSpPr>
        <p:spPr>
          <a:xfrm>
            <a:off x="4240502" y="4656083"/>
            <a:ext cx="3626835" cy="15446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300"/>
              <a:buChar char="•"/>
            </a:pPr>
            <a:r>
              <a:rPr b="1" lang="ru-RU" sz="1300">
                <a:solidFill>
                  <a:srgbClr val="310F53"/>
                </a:solidFill>
              </a:rPr>
              <a:t>Репозиторий</a:t>
            </a:r>
            <a:endParaRPr>
              <a:solidFill>
                <a:schemeClr val="dk1"/>
              </a:solidFill>
            </a:endParaRPr>
          </a:p>
          <a:p>
            <a:pPr indent="-144688" lvl="0" marL="144688" rtl="0" algn="l">
              <a:lnSpc>
                <a:spcPct val="90000"/>
              </a:lnSpc>
              <a:spcBef>
                <a:spcPts val="1431"/>
              </a:spcBef>
              <a:spcAft>
                <a:spcPts val="0"/>
              </a:spcAft>
              <a:buClr>
                <a:srgbClr val="310F53"/>
              </a:buClr>
              <a:buSzPts val="1300"/>
              <a:buChar char="•"/>
            </a:pPr>
            <a:r>
              <a:rPr lang="ru-RU" sz="1300">
                <a:solidFill>
                  <a:srgbClr val="310F53"/>
                </a:solidFill>
              </a:rPr>
              <a:t>github.com/Vadik145-beep/lct-112-simulator, ссылки на всё в README.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62" name="Google Shape;862;p61"/>
          <p:cNvSpPr txBox="1"/>
          <p:nvPr>
            <p:ph idx="4" type="body"/>
          </p:nvPr>
        </p:nvSpPr>
        <p:spPr>
          <a:xfrm>
            <a:off x="8230203" y="4656083"/>
            <a:ext cx="3626835" cy="15446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300"/>
              <a:buChar char="•"/>
            </a:pPr>
            <a:r>
              <a:rPr b="1" lang="ru-RU" sz="1300">
                <a:solidFill>
                  <a:srgbClr val="310F53"/>
                </a:solidFill>
              </a:rPr>
              <a:t>Видео и документы</a:t>
            </a:r>
            <a:endParaRPr>
              <a:solidFill>
                <a:schemeClr val="dk1"/>
              </a:solidFill>
            </a:endParaRPr>
          </a:p>
          <a:p>
            <a:pPr indent="-144688" lvl="0" marL="144688" rtl="0" algn="l">
              <a:lnSpc>
                <a:spcPct val="90000"/>
              </a:lnSpc>
              <a:spcBef>
                <a:spcPts val="1431"/>
              </a:spcBef>
              <a:spcAft>
                <a:spcPts val="0"/>
              </a:spcAft>
              <a:buClr>
                <a:srgbClr val="310F53"/>
              </a:buClr>
              <a:buSzPts val="1300"/>
              <a:buChar char="•"/>
            </a:pPr>
            <a:r>
              <a:rPr lang="ru-RU" sz="1300">
                <a:solidFill>
                  <a:srgbClr val="310F53"/>
                </a:solidFill>
              </a:rPr>
              <a:t>Ролик учебной сети и четыре PDF: техописание и руководства.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63" name="Google Shape;863;p61"/>
          <p:cNvSpPr txBox="1"/>
          <p:nvPr>
            <p:ph type="title"/>
          </p:nvPr>
        </p:nvSpPr>
        <p:spPr>
          <a:xfrm>
            <a:off x="525817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96"/>
              <a:buFont typeface="Montserrat"/>
              <a:buNone/>
            </a:pPr>
            <a:r>
              <a:rPr b="1" lang="ru-RU" sz="1997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rPr>
              <a:t>ГДЕ ПОСМОТРЕТЬ</a:t>
            </a:r>
            <a:endParaRPr/>
          </a:p>
        </p:txBody>
      </p:sp>
      <p:pic>
        <p:nvPicPr>
          <p:cNvPr descr="demo-fit.jpg" id="864" name="Google Shape;864;p6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68417" y="1187395"/>
            <a:ext cx="3988905" cy="30002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62"/>
          <p:cNvSpPr txBox="1"/>
          <p:nvPr>
            <p:ph type="title"/>
          </p:nvPr>
        </p:nvSpPr>
        <p:spPr>
          <a:xfrm>
            <a:off x="533490" y="370426"/>
            <a:ext cx="5562510" cy="4423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900"/>
              <a:buFont typeface="Montserrat"/>
              <a:buNone/>
            </a:pPr>
            <a:r>
              <a:rPr lang="ru-RU">
                <a:solidFill>
                  <a:srgbClr val="310F53"/>
                </a:solidFill>
              </a:rPr>
              <a:t>ГОТОВЫ ВНЕДРИТЬ</a:t>
            </a:r>
            <a:endParaRPr sz="2000">
              <a:solidFill>
                <a:schemeClr val="accent5"/>
              </a:solidFill>
            </a:endParaRPr>
          </a:p>
        </p:txBody>
      </p:sp>
      <p:sp>
        <p:nvSpPr>
          <p:cNvPr id="870" name="Google Shape;870;p62"/>
          <p:cNvSpPr txBox="1"/>
          <p:nvPr>
            <p:ph idx="2" type="body"/>
          </p:nvPr>
        </p:nvSpPr>
        <p:spPr>
          <a:xfrm>
            <a:off x="521133" y="1695025"/>
            <a:ext cx="4902200" cy="71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500"/>
              <a:buNone/>
            </a:pPr>
            <a:r>
              <a:rPr lang="ru-RU" sz="1500">
                <a:solidFill>
                  <a:srgbClr val="310F53"/>
                </a:solidFill>
              </a:rPr>
              <a:t>Тренажёр, который окупается спасёнными минутами на реальных вызовах.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71" name="Google Shape;871;p62"/>
          <p:cNvSpPr txBox="1"/>
          <p:nvPr>
            <p:ph idx="3" type="body"/>
          </p:nvPr>
        </p:nvSpPr>
        <p:spPr>
          <a:xfrm>
            <a:off x="521133" y="2552035"/>
            <a:ext cx="4902200" cy="71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500"/>
              <a:buNone/>
            </a:pPr>
            <a:r>
              <a:rPr lang="ru-RU" sz="1500">
                <a:solidFill>
                  <a:srgbClr val="310F53"/>
                </a:solidFill>
              </a:rPr>
              <a:t>Готово сейчас: рабочий стенд, открытый код и команда с продакшн-опытом.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72" name="Google Shape;872;p62"/>
          <p:cNvSpPr txBox="1"/>
          <p:nvPr>
            <p:ph idx="4" type="body"/>
          </p:nvPr>
        </p:nvSpPr>
        <p:spPr>
          <a:xfrm>
            <a:off x="521133" y="3409044"/>
            <a:ext cx="4902200" cy="71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500"/>
              <a:buNone/>
            </a:pPr>
            <a:r>
              <a:rPr lang="ru-RU" sz="1500">
                <a:solidFill>
                  <a:srgbClr val="310F53"/>
                </a:solidFill>
              </a:rPr>
              <a:t>Внедрим в закрытом контуре вашей службы и будем сопровождать.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73" name="Google Shape;873;p62"/>
          <p:cNvSpPr txBox="1"/>
          <p:nvPr>
            <p:ph idx="5" type="body"/>
          </p:nvPr>
        </p:nvSpPr>
        <p:spPr>
          <a:xfrm>
            <a:off x="521133" y="4266053"/>
            <a:ext cx="4902200" cy="71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500"/>
              <a:buNone/>
            </a:pPr>
            <a:r>
              <a:rPr lang="ru-RU" sz="1500">
                <a:solidFill>
                  <a:srgbClr val="310F53"/>
                </a:solidFill>
              </a:rPr>
              <a:t>Связаться: сайт lidozvon.ru, Telegram @Konsttsyg и @VadimTsu.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74" name="Google Shape;874;p62"/>
          <p:cNvSpPr txBox="1"/>
          <p:nvPr>
            <p:ph idx="4294967295" type="sldNum"/>
          </p:nvPr>
        </p:nvSpPr>
        <p:spPr>
          <a:xfrm>
            <a:off x="11441475" y="6356350"/>
            <a:ext cx="558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>
                <a:solidFill>
                  <a:schemeClr val="accent5"/>
                </a:solidFill>
              </a:rPr>
              <a:t>‹#›</a:t>
            </a:fld>
            <a:endParaRPr>
              <a:solidFill>
                <a:schemeClr val="accent5"/>
              </a:solidFill>
            </a:endParaRPr>
          </a:p>
        </p:txBody>
      </p:sp>
      <p:cxnSp>
        <p:nvCxnSpPr>
          <p:cNvPr id="875" name="Google Shape;875;p62"/>
          <p:cNvCxnSpPr/>
          <p:nvPr/>
        </p:nvCxnSpPr>
        <p:spPr>
          <a:xfrm>
            <a:off x="521133" y="1604660"/>
            <a:ext cx="1133590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miter lim="0"/>
            <a:headEnd len="sm" w="sm" type="none"/>
            <a:tailEnd len="sm" w="sm" type="none"/>
          </a:ln>
        </p:spPr>
      </p:cxnSp>
      <p:cxnSp>
        <p:nvCxnSpPr>
          <p:cNvPr id="876" name="Google Shape;876;p62"/>
          <p:cNvCxnSpPr/>
          <p:nvPr/>
        </p:nvCxnSpPr>
        <p:spPr>
          <a:xfrm>
            <a:off x="521133" y="2465535"/>
            <a:ext cx="1133590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miter lim="0"/>
            <a:headEnd len="sm" w="sm" type="none"/>
            <a:tailEnd len="sm" w="sm" type="none"/>
          </a:ln>
        </p:spPr>
      </p:cxnSp>
      <p:cxnSp>
        <p:nvCxnSpPr>
          <p:cNvPr id="877" name="Google Shape;877;p62"/>
          <p:cNvCxnSpPr/>
          <p:nvPr/>
        </p:nvCxnSpPr>
        <p:spPr>
          <a:xfrm>
            <a:off x="521133" y="3342865"/>
            <a:ext cx="1133590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miter lim="0"/>
            <a:headEnd len="sm" w="sm" type="none"/>
            <a:tailEnd len="sm" w="sm" type="none"/>
          </a:ln>
        </p:spPr>
      </p:cxnSp>
      <p:cxnSp>
        <p:nvCxnSpPr>
          <p:cNvPr id="878" name="Google Shape;878;p62"/>
          <p:cNvCxnSpPr/>
          <p:nvPr/>
        </p:nvCxnSpPr>
        <p:spPr>
          <a:xfrm>
            <a:off x="521133" y="4183125"/>
            <a:ext cx="1133590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miter lim="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43"/>
          <p:cNvSpPr txBox="1"/>
          <p:nvPr>
            <p:ph type="title"/>
          </p:nvPr>
        </p:nvSpPr>
        <p:spPr>
          <a:xfrm>
            <a:off x="533490" y="370426"/>
            <a:ext cx="5562510" cy="4423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Montserrat"/>
              <a:buNone/>
            </a:pPr>
            <a:r>
              <a:rPr lang="ru-RU">
                <a:solidFill>
                  <a:srgbClr val="FFFFFF"/>
                </a:solidFill>
              </a:rPr>
              <a:t>ВХОД: ЛОГИНЫ НА ГЛАВНОЙ</a:t>
            </a:r>
            <a:endParaRPr sz="2000">
              <a:solidFill>
                <a:schemeClr val="accent5"/>
              </a:solidFill>
            </a:endParaRPr>
          </a:p>
        </p:txBody>
      </p:sp>
      <p:sp>
        <p:nvSpPr>
          <p:cNvPr id="570" name="Google Shape;570;p43"/>
          <p:cNvSpPr txBox="1"/>
          <p:nvPr>
            <p:ph idx="4294967295" type="sldNum"/>
          </p:nvPr>
        </p:nvSpPr>
        <p:spPr>
          <a:xfrm>
            <a:off x="11441475" y="6356350"/>
            <a:ext cx="558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>
                <a:solidFill>
                  <a:schemeClr val="accent5"/>
                </a:solidFill>
              </a:rPr>
              <a:t>‹#›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571" name="Google Shape;571;p43"/>
          <p:cNvSpPr txBox="1"/>
          <p:nvPr/>
        </p:nvSpPr>
        <p:spPr>
          <a:xfrm>
            <a:off x="518160" y="5569496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Эксперт открывает ссылку и сразу заходит под любой ролью: таблица логинов и паролей прямо на странице входа.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Открытая карточка вызова.jpg" id="572" name="Google Shape;572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478024" y="1490757"/>
            <a:ext cx="7232904" cy="4068508"/>
          </a:xfrm>
          <a:prstGeom prst="rect">
            <a:avLst/>
          </a:prstGeom>
          <a:noFill/>
          <a:ln>
            <a:noFill/>
          </a:ln>
        </p:spPr>
      </p:pic>
      <p:sp>
        <p:nvSpPr>
          <p:cNvPr id="573" name="Google Shape;573;p43"/>
          <p:cNvSpPr txBox="1"/>
          <p:nvPr/>
        </p:nvSpPr>
        <p:spPr>
          <a:xfrm>
            <a:off x="9829800" y="1828800"/>
            <a:ext cx="2313432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ru-RU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Логины и пароли по ролям, как просил заказчик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4" name="Connector 573"/>
          <p:cNvCxnSpPr/>
          <p:nvPr/>
        </p:nvCxnSpPr>
        <p:spPr>
          <a:xfrm flipH="1">
            <a:off x="8128730" y="2103120"/>
            <a:ext cx="1701070" cy="1738331"/>
          </a:xfrm>
          <a:prstGeom prst="line">
            <a:avLst/>
          </a:prstGeom>
          <a:ln w="31750">
            <a:solidFill>
              <a:srgbClr val="FF1F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7" name="Google Shape;573;p43"/>
          <p:cNvSpPr txBox="1"/>
          <p:nvPr/>
        </p:nvSpPr>
        <p:spPr>
          <a:xfrm>
            <a:off x="9829800" y="3840480"/>
            <a:ext cx="2313432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ru-RU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«Войти» в один клик: преподаватель, обучаемый, администратор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5" name="Connector 574"/>
          <p:cNvCxnSpPr/>
          <p:nvPr/>
        </p:nvCxnSpPr>
        <p:spPr>
          <a:xfrm flipH="1">
            <a:off x="9168460" y="4114800"/>
            <a:ext cx="661340" cy="88296"/>
          </a:xfrm>
          <a:prstGeom prst="line">
            <a:avLst/>
          </a:prstGeom>
          <a:ln w="31750">
            <a:solidFill>
              <a:srgbClr val="FF1F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8" name="Google Shape;573;p43"/>
          <p:cNvSpPr txBox="1"/>
          <p:nvPr/>
        </p:nvSpPr>
        <p:spPr>
          <a:xfrm>
            <a:off x="109728" y="182880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ru-RU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Вход оформлен как в АРМ-112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6" name="Connector 575"/>
          <p:cNvCxnSpPr/>
          <p:nvPr/>
        </p:nvCxnSpPr>
        <p:spPr>
          <a:xfrm>
            <a:off x="2395728" y="2103120"/>
            <a:ext cx="4015187" cy="653395"/>
          </a:xfrm>
          <a:prstGeom prst="line">
            <a:avLst/>
          </a:prstGeom>
          <a:ln w="31750">
            <a:solidFill>
              <a:srgbClr val="FF1F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43"/>
          <p:cNvSpPr txBox="1"/>
          <p:nvPr>
            <p:ph type="title"/>
          </p:nvPr>
        </p:nvSpPr>
        <p:spPr>
          <a:xfrm>
            <a:off x="533490" y="370426"/>
            <a:ext cx="5562510" cy="4423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Montserrat"/>
              <a:buNone/>
            </a:pPr>
            <a:r>
              <a:rPr lang="ru-RU">
                <a:solidFill>
                  <a:srgbClr val="FFFFFF"/>
                </a:solidFill>
              </a:rPr>
              <a:t>ПРЕПОДАВАТЕЛЬ ВИДИТ ГРУППУ</a:t>
            </a:r>
            <a:endParaRPr sz="2000">
              <a:solidFill>
                <a:schemeClr val="accent5"/>
              </a:solidFill>
            </a:endParaRPr>
          </a:p>
        </p:txBody>
      </p:sp>
      <p:sp>
        <p:nvSpPr>
          <p:cNvPr id="570" name="Google Shape;570;p43"/>
          <p:cNvSpPr txBox="1"/>
          <p:nvPr>
            <p:ph idx="4294967295" type="sldNum"/>
          </p:nvPr>
        </p:nvSpPr>
        <p:spPr>
          <a:xfrm>
            <a:off x="11441475" y="6356350"/>
            <a:ext cx="558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>
                <a:solidFill>
                  <a:schemeClr val="accent5"/>
                </a:solidFill>
              </a:rPr>
              <a:t>‹#›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571" name="Google Shape;571;p43"/>
          <p:cNvSpPr txBox="1"/>
          <p:nvPr/>
        </p:nvSpPr>
        <p:spPr>
          <a:xfrm>
            <a:off x="518160" y="5569496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Всё занятие на одном экране и в реальном времени: кто что делает, сколько закрыто и зачтено, средний балл.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Открытая карточка вызова.jpg" id="572" name="Google Shape;572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478024" y="2259253"/>
            <a:ext cx="7232904" cy="2531516"/>
          </a:xfrm>
          <a:prstGeom prst="rect">
            <a:avLst/>
          </a:prstGeom>
          <a:noFill/>
          <a:ln>
            <a:noFill/>
          </a:ln>
        </p:spPr>
      </p:pic>
      <p:sp>
        <p:nvSpPr>
          <p:cNvPr id="573" name="Google Shape;573;p43"/>
          <p:cNvSpPr txBox="1"/>
          <p:nvPr/>
        </p:nvSpPr>
        <p:spPr>
          <a:xfrm>
            <a:off x="109728" y="237744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ru-RU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Сводка: в работе, закончили, средний балл, просрочки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4" name="Connector 573"/>
          <p:cNvCxnSpPr/>
          <p:nvPr/>
        </p:nvCxnSpPr>
        <p:spPr>
          <a:xfrm>
            <a:off x="2395728" y="2651760"/>
            <a:ext cx="1800110" cy="602018"/>
          </a:xfrm>
          <a:prstGeom prst="line">
            <a:avLst/>
          </a:prstGeom>
          <a:ln w="31750">
            <a:solidFill>
              <a:srgbClr val="FF1F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7" name="Google Shape;573;p43"/>
          <p:cNvSpPr txBox="1"/>
          <p:nvPr/>
        </p:nvSpPr>
        <p:spPr>
          <a:xfrm>
            <a:off x="109728" y="393192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ru-RU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Карточка каждого обучаемого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5" name="Connector 574"/>
          <p:cNvCxnSpPr/>
          <p:nvPr/>
        </p:nvCxnSpPr>
        <p:spPr>
          <a:xfrm flipV="1">
            <a:off x="2395728" y="3751040"/>
            <a:ext cx="1212437" cy="455200"/>
          </a:xfrm>
          <a:prstGeom prst="line">
            <a:avLst/>
          </a:prstGeom>
          <a:ln w="31750">
            <a:solidFill>
              <a:srgbClr val="FF1F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8" name="Google Shape;573;p43"/>
          <p:cNvSpPr txBox="1"/>
          <p:nvPr/>
        </p:nvSpPr>
        <p:spPr>
          <a:xfrm>
            <a:off x="9829800" y="1828800"/>
            <a:ext cx="2313432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ru-RU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Отчёт: PDF и Excel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6" name="Connector 575"/>
          <p:cNvCxnSpPr/>
          <p:nvPr/>
        </p:nvCxnSpPr>
        <p:spPr>
          <a:xfrm flipH="1">
            <a:off x="8399964" y="2103120"/>
            <a:ext cx="1429836" cy="621751"/>
          </a:xfrm>
          <a:prstGeom prst="line">
            <a:avLst/>
          </a:prstGeom>
          <a:ln w="31750">
            <a:solidFill>
              <a:srgbClr val="FF1F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54"/>
          <p:cNvSpPr txBox="1"/>
          <p:nvPr>
            <p:ph type="title"/>
          </p:nvPr>
        </p:nvSpPr>
        <p:spPr>
          <a:xfrm>
            <a:off x="533490" y="370426"/>
            <a:ext cx="5562510" cy="4423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900"/>
              <a:buFont typeface="Montserrat"/>
              <a:buNone/>
            </a:pPr>
            <a:r>
              <a:rPr lang="ru-RU">
                <a:solidFill>
                  <a:srgbClr val="310F53"/>
                </a:solidFill>
              </a:rPr>
              <a:t>КАК ПРОХОДИТ ЗАНЯТИЕ</a:t>
            </a:r>
            <a:endParaRPr sz="2000">
              <a:solidFill>
                <a:schemeClr val="accent5"/>
              </a:solidFill>
            </a:endParaRPr>
          </a:p>
        </p:txBody>
      </p:sp>
      <p:sp>
        <p:nvSpPr>
          <p:cNvPr id="721" name="Google Shape;721;p54"/>
          <p:cNvSpPr txBox="1"/>
          <p:nvPr>
            <p:ph idx="4294967295" type="sldNum"/>
          </p:nvPr>
        </p:nvSpPr>
        <p:spPr>
          <a:xfrm>
            <a:off x="11441475" y="6356350"/>
            <a:ext cx="558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>
                <a:solidFill>
                  <a:schemeClr val="accent5"/>
                </a:solidFill>
              </a:rPr>
              <a:t>‹#›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722" name="Rounded Rectangle 721"/>
          <p:cNvSpPr/>
          <p:nvPr/>
        </p:nvSpPr>
        <p:spPr>
          <a:xfrm>
            <a:off x="457200" y="1920240"/>
            <a:ext cx="2103120" cy="274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209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3" name="Oval 722"/>
          <p:cNvSpPr/>
          <p:nvPr/>
        </p:nvSpPr>
        <p:spPr>
          <a:xfrm>
            <a:off x="1234439" y="1600200"/>
            <a:ext cx="548640" cy="548640"/>
          </a:xfrm>
          <a:prstGeom prst="ellipse">
            <a:avLst/>
          </a:prstGeom>
          <a:solidFill>
            <a:srgbClr val="FF1F5A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24" name="TextBox 723"/>
          <p:cNvSpPr txBox="1"/>
          <p:nvPr/>
        </p:nvSpPr>
        <p:spPr>
          <a:xfrm>
            <a:off x="548640" y="2286000"/>
            <a:ext cx="192023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20977"/>
                </a:solidFill>
              </a:rPr>
              <a:t>Преподаватель создаёт занятие</a:t>
            </a:r>
          </a:p>
        </p:txBody>
      </p:sp>
      <p:sp>
        <p:nvSpPr>
          <p:cNvPr id="725" name="TextBox 724"/>
          <p:cNvSpPr txBox="1"/>
          <p:nvPr/>
        </p:nvSpPr>
        <p:spPr>
          <a:xfrm>
            <a:off x="548640" y="3154680"/>
            <a:ext cx="1920239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D1451"/>
                </a:solidFill>
              </a:rPr>
              <a:t>Группа, сложность и галочка «Задания формирует ИИ».</a:t>
            </a:r>
          </a:p>
        </p:txBody>
      </p:sp>
      <p:cxnSp>
        <p:nvCxnSpPr>
          <p:cNvPr id="726" name="Connector 725"/>
          <p:cNvCxnSpPr/>
          <p:nvPr/>
        </p:nvCxnSpPr>
        <p:spPr>
          <a:xfrm>
            <a:off x="2578608" y="3291840"/>
            <a:ext cx="146304" cy="0"/>
          </a:xfrm>
          <a:prstGeom prst="line">
            <a:avLst/>
          </a:prstGeom>
          <a:ln w="31750">
            <a:solidFill>
              <a:srgbClr val="FF1F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7" name="Rounded Rectangle 726"/>
          <p:cNvSpPr/>
          <p:nvPr/>
        </p:nvSpPr>
        <p:spPr>
          <a:xfrm>
            <a:off x="2743200" y="1920240"/>
            <a:ext cx="2103120" cy="274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209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8" name="Oval 727"/>
          <p:cNvSpPr/>
          <p:nvPr/>
        </p:nvSpPr>
        <p:spPr>
          <a:xfrm>
            <a:off x="3520440" y="1600200"/>
            <a:ext cx="548640" cy="548640"/>
          </a:xfrm>
          <a:prstGeom prst="ellipse">
            <a:avLst/>
          </a:prstGeom>
          <a:solidFill>
            <a:srgbClr val="FF1F5A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29" name="TextBox 728"/>
          <p:cNvSpPr txBox="1"/>
          <p:nvPr/>
        </p:nvSpPr>
        <p:spPr>
          <a:xfrm>
            <a:off x="2834640" y="2286000"/>
            <a:ext cx="192023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20977"/>
                </a:solidFill>
              </a:rPr>
              <a:t>ИИ пишет карточки</a:t>
            </a:r>
          </a:p>
        </p:txBody>
      </p:sp>
      <p:sp>
        <p:nvSpPr>
          <p:cNvPr id="730" name="TextBox 729"/>
          <p:cNvSpPr txBox="1"/>
          <p:nvPr/>
        </p:nvSpPr>
        <p:spPr>
          <a:xfrm>
            <a:off x="2834640" y="3154680"/>
            <a:ext cx="1920239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D1451"/>
                </a:solidFill>
              </a:rPr>
              <a:t>Каждому свои. На сложности 2 и 3 в карточке ошибки оператора 112.</a:t>
            </a:r>
          </a:p>
        </p:txBody>
      </p:sp>
      <p:cxnSp>
        <p:nvCxnSpPr>
          <p:cNvPr id="731" name="Connector 730"/>
          <p:cNvCxnSpPr/>
          <p:nvPr/>
        </p:nvCxnSpPr>
        <p:spPr>
          <a:xfrm>
            <a:off x="4864607" y="3291840"/>
            <a:ext cx="146305" cy="0"/>
          </a:xfrm>
          <a:prstGeom prst="line">
            <a:avLst/>
          </a:prstGeom>
          <a:ln w="31750">
            <a:solidFill>
              <a:srgbClr val="FF1F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2" name="Rounded Rectangle 731"/>
          <p:cNvSpPr/>
          <p:nvPr/>
        </p:nvSpPr>
        <p:spPr>
          <a:xfrm>
            <a:off x="5029200" y="1920240"/>
            <a:ext cx="2103120" cy="274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209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3" name="Oval 732"/>
          <p:cNvSpPr/>
          <p:nvPr/>
        </p:nvSpPr>
        <p:spPr>
          <a:xfrm>
            <a:off x="5806440" y="1600200"/>
            <a:ext cx="548640" cy="548640"/>
          </a:xfrm>
          <a:prstGeom prst="ellipse">
            <a:avLst/>
          </a:prstGeom>
          <a:solidFill>
            <a:srgbClr val="FF1F5A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734" name="TextBox 733"/>
          <p:cNvSpPr txBox="1"/>
          <p:nvPr/>
        </p:nvSpPr>
        <p:spPr>
          <a:xfrm>
            <a:off x="5120640" y="2286000"/>
            <a:ext cx="192023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20977"/>
                </a:solidFill>
              </a:rPr>
              <a:t>Диспетчер принимает карточку</a:t>
            </a:r>
          </a:p>
        </p:txBody>
      </p:sp>
      <p:sp>
        <p:nvSpPr>
          <p:cNvPr id="735" name="TextBox 734"/>
          <p:cNvSpPr txBox="1"/>
          <p:nvPr/>
        </p:nvSpPr>
        <p:spPr>
          <a:xfrm>
            <a:off x="5120640" y="3154680"/>
            <a:ext cx="1920239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D1451"/>
                </a:solidFill>
              </a:rPr>
              <a:t>Экран как в АРМ-112. На решение 30 секунд.</a:t>
            </a:r>
          </a:p>
        </p:txBody>
      </p:sp>
      <p:cxnSp>
        <p:nvCxnSpPr>
          <p:cNvPr id="736" name="Connector 735"/>
          <p:cNvCxnSpPr/>
          <p:nvPr/>
        </p:nvCxnSpPr>
        <p:spPr>
          <a:xfrm>
            <a:off x="7150607" y="3291840"/>
            <a:ext cx="146305" cy="0"/>
          </a:xfrm>
          <a:prstGeom prst="line">
            <a:avLst/>
          </a:prstGeom>
          <a:ln w="31750">
            <a:solidFill>
              <a:srgbClr val="FF1F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7" name="Rounded Rectangle 736"/>
          <p:cNvSpPr/>
          <p:nvPr/>
        </p:nvSpPr>
        <p:spPr>
          <a:xfrm>
            <a:off x="7315200" y="1920240"/>
            <a:ext cx="2103120" cy="274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209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8" name="Oval 737"/>
          <p:cNvSpPr/>
          <p:nvPr/>
        </p:nvSpPr>
        <p:spPr>
          <a:xfrm>
            <a:off x="8092440" y="1600200"/>
            <a:ext cx="548640" cy="548640"/>
          </a:xfrm>
          <a:prstGeom prst="ellipse">
            <a:avLst/>
          </a:prstGeom>
          <a:solidFill>
            <a:srgbClr val="FF1F5A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739" name="TextBox 738"/>
          <p:cNvSpPr txBox="1"/>
          <p:nvPr/>
        </p:nvSpPr>
        <p:spPr>
          <a:xfrm>
            <a:off x="7406640" y="2286000"/>
            <a:ext cx="192023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20977"/>
                </a:solidFill>
              </a:rPr>
              <a:t>Звонит по телефону</a:t>
            </a:r>
          </a:p>
        </p:txBody>
      </p:sp>
      <p:sp>
        <p:nvSpPr>
          <p:cNvPr id="740" name="TextBox 739"/>
          <p:cNvSpPr txBox="1"/>
          <p:nvPr/>
        </p:nvSpPr>
        <p:spPr>
          <a:xfrm>
            <a:off x="7406640" y="3154680"/>
            <a:ext cx="1920239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D1451"/>
                </a:solidFill>
              </a:rPr>
              <a:t>Начальнику бригады, руководителю. Бригада перезванивает с докладами.</a:t>
            </a:r>
          </a:p>
        </p:txBody>
      </p:sp>
      <p:cxnSp>
        <p:nvCxnSpPr>
          <p:cNvPr id="741" name="Connector 740"/>
          <p:cNvCxnSpPr/>
          <p:nvPr/>
        </p:nvCxnSpPr>
        <p:spPr>
          <a:xfrm>
            <a:off x="9436608" y="3291840"/>
            <a:ext cx="146304" cy="0"/>
          </a:xfrm>
          <a:prstGeom prst="line">
            <a:avLst/>
          </a:prstGeom>
          <a:ln w="31750">
            <a:solidFill>
              <a:srgbClr val="FF1F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2" name="Rounded Rectangle 741"/>
          <p:cNvSpPr/>
          <p:nvPr/>
        </p:nvSpPr>
        <p:spPr>
          <a:xfrm>
            <a:off x="9601200" y="1920240"/>
            <a:ext cx="2103120" cy="274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209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3" name="Oval 742"/>
          <p:cNvSpPr/>
          <p:nvPr/>
        </p:nvSpPr>
        <p:spPr>
          <a:xfrm>
            <a:off x="10378440" y="1600200"/>
            <a:ext cx="548640" cy="548640"/>
          </a:xfrm>
          <a:prstGeom prst="ellipse">
            <a:avLst/>
          </a:prstGeom>
          <a:solidFill>
            <a:srgbClr val="FF1F5A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744" name="TextBox 743"/>
          <p:cNvSpPr txBox="1"/>
          <p:nvPr/>
        </p:nvSpPr>
        <p:spPr>
          <a:xfrm>
            <a:off x="9692640" y="2286000"/>
            <a:ext cx="192023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20977"/>
                </a:solidFill>
              </a:rPr>
              <a:t>ИИ оценивает и советует</a:t>
            </a:r>
          </a:p>
        </p:txBody>
      </p:sp>
      <p:sp>
        <p:nvSpPr>
          <p:cNvPr id="745" name="TextBox 744"/>
          <p:cNvSpPr txBox="1"/>
          <p:nvPr/>
        </p:nvSpPr>
        <p:spPr>
          <a:xfrm>
            <a:off x="9692640" y="3154680"/>
            <a:ext cx="1920239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D1451"/>
                </a:solidFill>
              </a:rPr>
              <a:t>Балл, ошибки словами памятки, советы на следующее занятие.</a:t>
            </a:r>
          </a:p>
        </p:txBody>
      </p:sp>
      <p:sp>
        <p:nvSpPr>
          <p:cNvPr id="746" name="TextBox 745"/>
          <p:cNvSpPr txBox="1"/>
          <p:nvPr/>
        </p:nvSpPr>
        <p:spPr>
          <a:xfrm>
            <a:off x="457200" y="5120640"/>
            <a:ext cx="11247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2D1451"/>
                </a:solidFill>
              </a:rPr>
              <a:t>Преподаватель только запускает занятие. Всё остальное работает без интернета, на обычном сервере без видеокарты.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56"/>
          <p:cNvSpPr/>
          <p:nvPr/>
        </p:nvSpPr>
        <p:spPr>
          <a:xfrm>
            <a:off x="4419477" y="1522006"/>
            <a:ext cx="3399397" cy="4678769"/>
          </a:xfrm>
          <a:prstGeom prst="roundRect">
            <a:avLst>
              <a:gd fmla="val 9821" name="adj"/>
            </a:avLst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8" name="Google Shape;768;p56"/>
          <p:cNvSpPr/>
          <p:nvPr/>
        </p:nvSpPr>
        <p:spPr>
          <a:xfrm>
            <a:off x="8365958" y="1522006"/>
            <a:ext cx="3248506" cy="4678769"/>
          </a:xfrm>
          <a:prstGeom prst="roundRect">
            <a:avLst>
              <a:gd fmla="val 9821" name="adj"/>
            </a:avLst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9" name="Google Shape;769;p56"/>
          <p:cNvSpPr/>
          <p:nvPr/>
        </p:nvSpPr>
        <p:spPr>
          <a:xfrm>
            <a:off x="623888" y="1522006"/>
            <a:ext cx="3248506" cy="4678769"/>
          </a:xfrm>
          <a:prstGeom prst="roundRect">
            <a:avLst>
              <a:gd fmla="val 9821" name="adj"/>
            </a:avLst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0" name="Google Shape;770;p56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>
                <a:solidFill>
                  <a:schemeClr val="accent5"/>
                </a:solidFill>
              </a:rPr>
              <a:t>‹#›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771" name="Google Shape;771;p56"/>
          <p:cNvSpPr txBox="1"/>
          <p:nvPr>
            <p:ph idx="1" type="body"/>
          </p:nvPr>
        </p:nvSpPr>
        <p:spPr>
          <a:xfrm>
            <a:off x="780565" y="2493074"/>
            <a:ext cx="2965634" cy="4236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600"/>
              <a:buNone/>
            </a:pPr>
            <a:r>
              <a:rPr b="1" lang="ru-RU" sz="1600">
                <a:solidFill>
                  <a:srgbClr val="310F53"/>
                </a:solidFill>
              </a:rPr>
              <a:t>Торопит</a:t>
            </a:r>
            <a:endParaRPr sz="1800">
              <a:solidFill>
                <a:srgbClr val="F92571"/>
              </a:solidFill>
            </a:endParaRPr>
          </a:p>
        </p:txBody>
      </p:sp>
      <p:sp>
        <p:nvSpPr>
          <p:cNvPr id="772" name="Google Shape;772;p56"/>
          <p:cNvSpPr txBox="1"/>
          <p:nvPr>
            <p:ph idx="2" type="body"/>
          </p:nvPr>
        </p:nvSpPr>
        <p:spPr>
          <a:xfrm>
            <a:off x="780565" y="3128740"/>
            <a:ext cx="2965633" cy="2797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400"/>
              <a:buChar char="•"/>
            </a:pPr>
            <a:r>
              <a:rPr lang="ru-RU" sz="1400">
                <a:solidFill>
                  <a:srgbClr val="310F53"/>
                </a:solidFill>
              </a:rPr>
              <a:t>На сложности 3 начальник бригады обрывает: «Короче, что у вас?».</a:t>
            </a:r>
            <a:endParaRPr>
              <a:solidFill>
                <a:schemeClr val="dk1"/>
              </a:solidFill>
            </a:endParaRPr>
          </a:p>
          <a:p>
            <a:pPr indent="-144688" lvl="0" marL="144688" rtl="0" algn="l">
              <a:lnSpc>
                <a:spcPct val="90000"/>
              </a:lnSpc>
              <a:spcBef>
                <a:spcPts val="1431"/>
              </a:spcBef>
              <a:spcAft>
                <a:spcPts val="0"/>
              </a:spcAft>
              <a:buClr>
                <a:srgbClr val="310F53"/>
              </a:buClr>
              <a:buSzPts val="1400"/>
              <a:buChar char="•"/>
            </a:pPr>
            <a:r>
              <a:rPr lang="ru-RU" sz="1400">
                <a:solidFill>
                  <a:srgbClr val="310F53"/>
                </a:solidFill>
              </a:rPr>
              <a:t>Нужно коротко передать адрес, что случилось и кто пострадал.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73" name="Google Shape;773;p56"/>
          <p:cNvSpPr txBox="1"/>
          <p:nvPr>
            <p:ph idx="3" type="body"/>
          </p:nvPr>
        </p:nvSpPr>
        <p:spPr>
          <a:xfrm>
            <a:off x="4623178" y="2493074"/>
            <a:ext cx="3034896" cy="4037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600"/>
              <a:buNone/>
            </a:pPr>
            <a:r>
              <a:rPr b="1" lang="ru-RU" sz="1600">
                <a:solidFill>
                  <a:srgbClr val="310F53"/>
                </a:solidFill>
              </a:rPr>
              <a:t>«Машин нет»</a:t>
            </a:r>
            <a:endParaRPr sz="1800">
              <a:solidFill>
                <a:srgbClr val="F92571"/>
              </a:solidFill>
            </a:endParaRPr>
          </a:p>
        </p:txBody>
      </p:sp>
      <p:sp>
        <p:nvSpPr>
          <p:cNvPr id="774" name="Google Shape;774;p56"/>
          <p:cNvSpPr txBox="1"/>
          <p:nvPr>
            <p:ph idx="4" type="body"/>
          </p:nvPr>
        </p:nvSpPr>
        <p:spPr>
          <a:xfrm>
            <a:off x="4623178" y="3128740"/>
            <a:ext cx="3034896" cy="2797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400"/>
              <a:buChar char="•"/>
            </a:pPr>
            <a:r>
              <a:rPr lang="ru-RU" sz="1400">
                <a:solidFill>
                  <a:srgbClr val="310F53"/>
                </a:solidFill>
              </a:rPr>
              <a:t>Бригада не может выехать.</a:t>
            </a:r>
            <a:endParaRPr>
              <a:solidFill>
                <a:schemeClr val="dk1"/>
              </a:solidFill>
            </a:endParaRPr>
          </a:p>
          <a:p>
            <a:pPr indent="-144688" lvl="0" marL="144688" rtl="0" algn="l">
              <a:lnSpc>
                <a:spcPct val="90000"/>
              </a:lnSpc>
              <a:spcBef>
                <a:spcPts val="1431"/>
              </a:spcBef>
              <a:spcAft>
                <a:spcPts val="0"/>
              </a:spcAft>
              <a:buClr>
                <a:srgbClr val="310F53"/>
              </a:buClr>
              <a:buSzPts val="1400"/>
              <a:buChar char="•"/>
            </a:pPr>
            <a:r>
              <a:rPr lang="ru-RU" sz="1400">
                <a:solidFill>
                  <a:srgbClr val="310F53"/>
                </a:solidFill>
              </a:rPr>
              <a:t>Нужно позвонить руководителю, чтобы снял машину с планового выезда.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75" name="Google Shape;775;p56"/>
          <p:cNvSpPr txBox="1"/>
          <p:nvPr>
            <p:ph idx="5" type="body"/>
          </p:nvPr>
        </p:nvSpPr>
        <p:spPr>
          <a:xfrm>
            <a:off x="8547959" y="2493074"/>
            <a:ext cx="2945464" cy="403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600"/>
              <a:buNone/>
            </a:pPr>
            <a:r>
              <a:rPr b="1" lang="ru-RU" sz="1600">
                <a:solidFill>
                  <a:srgbClr val="310F53"/>
                </a:solidFill>
              </a:rPr>
              <a:t>Осложнение на месте</a:t>
            </a:r>
            <a:endParaRPr sz="1800">
              <a:solidFill>
                <a:srgbClr val="F92571"/>
              </a:solidFill>
            </a:endParaRPr>
          </a:p>
        </p:txBody>
      </p:sp>
      <p:sp>
        <p:nvSpPr>
          <p:cNvPr id="776" name="Google Shape;776;p56"/>
          <p:cNvSpPr txBox="1"/>
          <p:nvPr>
            <p:ph idx="6" type="body"/>
          </p:nvPr>
        </p:nvSpPr>
        <p:spPr>
          <a:xfrm>
            <a:off x="8547959" y="3128740"/>
            <a:ext cx="2945464" cy="2797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400"/>
              <a:buChar char="•"/>
            </a:pPr>
            <a:r>
              <a:rPr lang="ru-RU" sz="1400">
                <a:solidFill>
                  <a:srgbClr val="310F53"/>
                </a:solidFill>
              </a:rPr>
              <a:t>Специалист звонит с места: нужна ещё одна служба.</a:t>
            </a:r>
            <a:endParaRPr>
              <a:solidFill>
                <a:schemeClr val="dk1"/>
              </a:solidFill>
            </a:endParaRPr>
          </a:p>
          <a:p>
            <a:pPr indent="-144688" lvl="0" marL="144688" rtl="0" algn="l">
              <a:lnSpc>
                <a:spcPct val="90000"/>
              </a:lnSpc>
              <a:spcBef>
                <a:spcPts val="1431"/>
              </a:spcBef>
              <a:spcAft>
                <a:spcPts val="0"/>
              </a:spcAft>
              <a:buClr>
                <a:srgbClr val="310F53"/>
              </a:buClr>
              <a:buSzPts val="1400"/>
              <a:buChar char="•"/>
            </a:pPr>
            <a:r>
              <a:rPr lang="ru-RU" sz="1400">
                <a:solidFill>
                  <a:srgbClr val="310F53"/>
                </a:solidFill>
              </a:rPr>
              <a:t>Диспетчер оповещает её и вносит статус.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77" name="Google Shape;777;p56"/>
          <p:cNvSpPr txBox="1"/>
          <p:nvPr>
            <p:ph type="title"/>
          </p:nvPr>
        </p:nvSpPr>
        <p:spPr>
          <a:xfrm>
            <a:off x="525816" y="335426"/>
            <a:ext cx="11331221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96"/>
              <a:buFont typeface="Montserrat"/>
              <a:buNone/>
            </a:pPr>
            <a:r>
              <a:rPr lang="ru-RU">
                <a:solidFill>
                  <a:srgbClr val="310F53"/>
                </a:solidFill>
              </a:rPr>
              <a:t>СОБЕСЕДНИКИ В ТЕЛЕФОНЕ КАК ЖИВЫЕ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778" name="Google Shape;778;p56"/>
          <p:cNvSpPr txBox="1"/>
          <p:nvPr>
            <p:ph idx="16" type="body"/>
          </p:nvPr>
        </p:nvSpPr>
        <p:spPr>
          <a:xfrm>
            <a:off x="780565" y="1772415"/>
            <a:ext cx="1311031" cy="6011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C3777"/>
              </a:buClr>
              <a:buSzPts val="2800"/>
              <a:buNone/>
            </a:pPr>
            <a:r>
              <a:rPr b="1" lang="ru-RU">
                <a:solidFill>
                  <a:srgbClr val="FC3777"/>
                </a:solidFill>
              </a:rPr>
              <a:t>01</a:t>
            </a:r>
            <a:endParaRPr b="1" sz="4400">
              <a:solidFill>
                <a:schemeClr val="accent5"/>
              </a:solidFill>
            </a:endParaRPr>
          </a:p>
        </p:txBody>
      </p:sp>
      <p:sp>
        <p:nvSpPr>
          <p:cNvPr id="779" name="Google Shape;779;p56"/>
          <p:cNvSpPr txBox="1"/>
          <p:nvPr>
            <p:ph idx="17" type="body"/>
          </p:nvPr>
        </p:nvSpPr>
        <p:spPr>
          <a:xfrm>
            <a:off x="4615219" y="1766200"/>
            <a:ext cx="1311031" cy="5729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C3777"/>
              </a:buClr>
              <a:buSzPts val="2800"/>
              <a:buNone/>
            </a:pPr>
            <a:r>
              <a:rPr b="1" lang="ru-RU">
                <a:solidFill>
                  <a:srgbClr val="FC3777"/>
                </a:solidFill>
              </a:rPr>
              <a:t>02</a:t>
            </a:r>
            <a:endParaRPr b="1" sz="4400">
              <a:solidFill>
                <a:schemeClr val="accent5"/>
              </a:solidFill>
            </a:endParaRPr>
          </a:p>
        </p:txBody>
      </p:sp>
      <p:sp>
        <p:nvSpPr>
          <p:cNvPr id="780" name="Google Shape;780;p56"/>
          <p:cNvSpPr txBox="1"/>
          <p:nvPr>
            <p:ph idx="18" type="body"/>
          </p:nvPr>
        </p:nvSpPr>
        <p:spPr>
          <a:xfrm>
            <a:off x="8547959" y="1766043"/>
            <a:ext cx="1311031" cy="57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C3777"/>
              </a:buClr>
              <a:buSzPts val="2800"/>
              <a:buNone/>
            </a:pPr>
            <a:r>
              <a:rPr b="1" lang="ru-RU">
                <a:solidFill>
                  <a:srgbClr val="FC3777"/>
                </a:solidFill>
              </a:rPr>
              <a:t>03</a:t>
            </a:r>
            <a:endParaRPr b="1" sz="440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52"/>
          <p:cNvSpPr txBox="1"/>
          <p:nvPr>
            <p:ph type="title"/>
          </p:nvPr>
        </p:nvSpPr>
        <p:spPr>
          <a:xfrm>
            <a:off x="533490" y="370426"/>
            <a:ext cx="5562510" cy="4423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900"/>
              <a:buFont typeface="Montserrat"/>
              <a:buNone/>
            </a:pPr>
            <a:r>
              <a:rPr lang="ru-RU">
                <a:solidFill>
                  <a:srgbClr val="310F53"/>
                </a:solidFill>
              </a:rPr>
              <a:t>РЕКОМЕНДАЦИИ ЗАКАЗЧИКА: СДЕЛАНО (1/2)</a:t>
            </a:r>
            <a:endParaRPr sz="2000">
              <a:solidFill>
                <a:schemeClr val="accent5"/>
              </a:solidFill>
            </a:endParaRPr>
          </a:p>
        </p:txBody>
      </p:sp>
      <p:sp>
        <p:nvSpPr>
          <p:cNvPr id="684" name="Google Shape;684;p52"/>
          <p:cNvSpPr txBox="1"/>
          <p:nvPr>
            <p:ph idx="2" type="body"/>
          </p:nvPr>
        </p:nvSpPr>
        <p:spPr>
          <a:xfrm>
            <a:off x="521133" y="1695025"/>
            <a:ext cx="4902200" cy="71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500"/>
              <a:buNone/>
            </a:pPr>
            <a:r>
              <a:rPr lang="ru-RU" sz="1500">
                <a:solidFill>
                  <a:srgbClr val="310F53"/>
                </a:solidFill>
              </a:rPr>
              <a:t>1. Доступ к прототипу: стенд по ссылке из любой сети.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85" name="Google Shape;685;p52"/>
          <p:cNvSpPr txBox="1"/>
          <p:nvPr>
            <p:ph idx="3" type="body"/>
          </p:nvPr>
        </p:nvSpPr>
        <p:spPr>
          <a:xfrm>
            <a:off x="521133" y="2552035"/>
            <a:ext cx="4902200" cy="71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500"/>
              <a:buNone/>
            </a:pPr>
            <a:r>
              <a:rPr lang="ru-RU" sz="1500">
                <a:solidFill>
                  <a:srgbClr val="310F53"/>
                </a:solidFill>
              </a:rPr>
              <a:t>2. Логины и пароли по ролям на странице входа.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86" name="Google Shape;686;p52"/>
          <p:cNvSpPr txBox="1"/>
          <p:nvPr>
            <p:ph idx="4" type="body"/>
          </p:nvPr>
        </p:nvSpPr>
        <p:spPr>
          <a:xfrm>
            <a:off x="521133" y="3409044"/>
            <a:ext cx="4902200" cy="71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500"/>
              <a:buNone/>
            </a:pPr>
            <a:r>
              <a:rPr lang="ru-RU" sz="1500">
                <a:solidFill>
                  <a:srgbClr val="310F53"/>
                </a:solidFill>
              </a:rPr>
              <a:t>3. PDF: техописание, руководства администратора, преподавателя, обучаемого.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87" name="Google Shape;687;p52"/>
          <p:cNvSpPr txBox="1"/>
          <p:nvPr>
            <p:ph idx="5" type="body"/>
          </p:nvPr>
        </p:nvSpPr>
        <p:spPr>
          <a:xfrm>
            <a:off x="521133" y="4266053"/>
            <a:ext cx="4902200" cy="71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500"/>
              <a:buNone/>
            </a:pPr>
            <a:r>
              <a:rPr lang="ru-RU" sz="1500">
                <a:solidFill>
                  <a:srgbClr val="310F53"/>
                </a:solidFill>
              </a:rPr>
              <a:t>4. Главная панель как в оригинале АРМ-112.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88" name="Google Shape;688;p52"/>
          <p:cNvSpPr txBox="1"/>
          <p:nvPr>
            <p:ph idx="6" type="body"/>
          </p:nvPr>
        </p:nvSpPr>
        <p:spPr>
          <a:xfrm>
            <a:off x="521133" y="5123063"/>
            <a:ext cx="4902200" cy="71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500"/>
              <a:buNone/>
            </a:pPr>
            <a:r>
              <a:rPr lang="ru-RU" sz="1500">
                <a:solidFill>
                  <a:srgbClr val="310F53"/>
                </a:solidFill>
              </a:rPr>
              <a:t>5. Режим оператора 112 скрыт, включает администратор.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89" name="Google Shape;689;p52"/>
          <p:cNvSpPr txBox="1"/>
          <p:nvPr>
            <p:ph idx="4294967295" type="sldNum"/>
          </p:nvPr>
        </p:nvSpPr>
        <p:spPr>
          <a:xfrm>
            <a:off x="11441475" y="6356350"/>
            <a:ext cx="558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>
                <a:solidFill>
                  <a:schemeClr val="accent5"/>
                </a:solidFill>
              </a:rPr>
              <a:t>‹#›</a:t>
            </a:fld>
            <a:endParaRPr>
              <a:solidFill>
                <a:schemeClr val="accent5"/>
              </a:solidFill>
            </a:endParaRPr>
          </a:p>
        </p:txBody>
      </p:sp>
      <p:cxnSp>
        <p:nvCxnSpPr>
          <p:cNvPr id="690" name="Google Shape;690;p52"/>
          <p:cNvCxnSpPr/>
          <p:nvPr/>
        </p:nvCxnSpPr>
        <p:spPr>
          <a:xfrm>
            <a:off x="521133" y="1604660"/>
            <a:ext cx="1133590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miter lim="0"/>
            <a:headEnd len="sm" w="sm" type="none"/>
            <a:tailEnd len="sm" w="sm" type="none"/>
          </a:ln>
        </p:spPr>
      </p:cxnSp>
      <p:cxnSp>
        <p:nvCxnSpPr>
          <p:cNvPr id="691" name="Google Shape;691;p52"/>
          <p:cNvCxnSpPr/>
          <p:nvPr/>
        </p:nvCxnSpPr>
        <p:spPr>
          <a:xfrm>
            <a:off x="521133" y="2465535"/>
            <a:ext cx="1133590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miter lim="0"/>
            <a:headEnd len="sm" w="sm" type="none"/>
            <a:tailEnd len="sm" w="sm" type="none"/>
          </a:ln>
        </p:spPr>
      </p:cxnSp>
      <p:cxnSp>
        <p:nvCxnSpPr>
          <p:cNvPr id="692" name="Google Shape;692;p52"/>
          <p:cNvCxnSpPr/>
          <p:nvPr/>
        </p:nvCxnSpPr>
        <p:spPr>
          <a:xfrm>
            <a:off x="521133" y="3342865"/>
            <a:ext cx="1133590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miter lim="0"/>
            <a:headEnd len="sm" w="sm" type="none"/>
            <a:tailEnd len="sm" w="sm" type="none"/>
          </a:ln>
        </p:spPr>
      </p:cxnSp>
      <p:cxnSp>
        <p:nvCxnSpPr>
          <p:cNvPr id="693" name="Google Shape;693;p52"/>
          <p:cNvCxnSpPr/>
          <p:nvPr/>
        </p:nvCxnSpPr>
        <p:spPr>
          <a:xfrm>
            <a:off x="521133" y="4183125"/>
            <a:ext cx="1133590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miter lim="0"/>
            <a:headEnd len="sm" w="sm" type="none"/>
            <a:tailEnd len="sm" w="sm" type="none"/>
          </a:ln>
        </p:spPr>
      </p:cxnSp>
      <p:cxnSp>
        <p:nvCxnSpPr>
          <p:cNvPr id="694" name="Google Shape;694;p52"/>
          <p:cNvCxnSpPr/>
          <p:nvPr/>
        </p:nvCxnSpPr>
        <p:spPr>
          <a:xfrm>
            <a:off x="521133" y="5048098"/>
            <a:ext cx="1133590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miter lim="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52"/>
          <p:cNvSpPr txBox="1"/>
          <p:nvPr>
            <p:ph type="title"/>
          </p:nvPr>
        </p:nvSpPr>
        <p:spPr>
          <a:xfrm>
            <a:off x="533490" y="370426"/>
            <a:ext cx="5562510" cy="4423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900"/>
              <a:buFont typeface="Montserrat"/>
              <a:buNone/>
            </a:pPr>
            <a:r>
              <a:rPr lang="ru-RU">
                <a:solidFill>
                  <a:srgbClr val="310F53"/>
                </a:solidFill>
              </a:rPr>
              <a:t>РЕКОМЕНДАЦИИ ЗАКАЗЧИКА: СДЕЛАНО (2/2)</a:t>
            </a:r>
            <a:endParaRPr sz="2000">
              <a:solidFill>
                <a:schemeClr val="accent5"/>
              </a:solidFill>
            </a:endParaRPr>
          </a:p>
        </p:txBody>
      </p:sp>
      <p:sp>
        <p:nvSpPr>
          <p:cNvPr id="684" name="Google Shape;684;p52"/>
          <p:cNvSpPr txBox="1"/>
          <p:nvPr>
            <p:ph idx="2" type="body"/>
          </p:nvPr>
        </p:nvSpPr>
        <p:spPr>
          <a:xfrm>
            <a:off x="521133" y="1695025"/>
            <a:ext cx="4902200" cy="71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500"/>
              <a:buNone/>
            </a:pPr>
            <a:r>
              <a:rPr lang="ru-RU" sz="1500">
                <a:solidFill>
                  <a:srgbClr val="310F53"/>
                </a:solidFill>
              </a:rPr>
              <a:t>6. Экран обучаемого не изменён, кабинеты без перегруза.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85" name="Google Shape;685;p52"/>
          <p:cNvSpPr txBox="1"/>
          <p:nvPr>
            <p:ph idx="3" type="body"/>
          </p:nvPr>
        </p:nvSpPr>
        <p:spPr>
          <a:xfrm>
            <a:off x="521133" y="2552035"/>
            <a:ext cx="4902200" cy="71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500"/>
              <a:buNone/>
            </a:pPr>
            <a:r>
              <a:rPr lang="ru-RU" sz="1500">
                <a:solidFill>
                  <a:srgbClr val="310F53"/>
                </a:solidFill>
              </a:rPr>
              <a:t>7. Подсказки в панели тренажёра и справочник с памяткой.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86" name="Google Shape;686;p52"/>
          <p:cNvSpPr txBox="1"/>
          <p:nvPr>
            <p:ph idx="4" type="body"/>
          </p:nvPr>
        </p:nvSpPr>
        <p:spPr>
          <a:xfrm>
            <a:off x="521133" y="3409044"/>
            <a:ext cx="4902200" cy="71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500"/>
              <a:buNone/>
            </a:pPr>
            <a:r>
              <a:rPr lang="ru-RU" sz="1500">
                <a:solidFill>
                  <a:srgbClr val="310F53"/>
                </a:solidFill>
              </a:rPr>
              <a:t>8. Виртуальный телефон: кружок, набор, до 10 номеров, роли заказчика.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87" name="Google Shape;687;p52"/>
          <p:cNvSpPr txBox="1"/>
          <p:nvPr>
            <p:ph idx="5" type="body"/>
          </p:nvPr>
        </p:nvSpPr>
        <p:spPr>
          <a:xfrm>
            <a:off x="521133" y="4266053"/>
            <a:ext cx="4902200" cy="71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500"/>
              <a:buNone/>
            </a:pPr>
            <a:r>
              <a:rPr lang="ru-RU" sz="1500">
                <a:solidFill>
                  <a:srgbClr val="310F53"/>
                </a:solidFill>
              </a:rPr>
              <a:t>9. Видео учебной сети: преподаватель и два обучаемых.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88" name="Google Shape;688;p52"/>
          <p:cNvSpPr txBox="1"/>
          <p:nvPr>
            <p:ph idx="6" type="body"/>
          </p:nvPr>
        </p:nvSpPr>
        <p:spPr>
          <a:xfrm>
            <a:off x="521133" y="5123063"/>
            <a:ext cx="4902200" cy="71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0F53"/>
              </a:buClr>
              <a:buSzPts val="1500"/>
              <a:buNone/>
            </a:pPr>
            <a:r>
              <a:rPr lang="ru-RU" sz="1500">
                <a:solidFill>
                  <a:srgbClr val="310F53"/>
                </a:solidFill>
              </a:rPr>
              <a:t>10. ИИ выдаёт задания, оценивает и даёт советы без преподавателя.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89" name="Google Shape;689;p52"/>
          <p:cNvSpPr txBox="1"/>
          <p:nvPr>
            <p:ph idx="4294967295" type="sldNum"/>
          </p:nvPr>
        </p:nvSpPr>
        <p:spPr>
          <a:xfrm>
            <a:off x="11441475" y="6356350"/>
            <a:ext cx="558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>
                <a:solidFill>
                  <a:schemeClr val="accent5"/>
                </a:solidFill>
              </a:rPr>
              <a:t>‹#›</a:t>
            </a:fld>
            <a:endParaRPr>
              <a:solidFill>
                <a:schemeClr val="accent5"/>
              </a:solidFill>
            </a:endParaRPr>
          </a:p>
        </p:txBody>
      </p:sp>
      <p:cxnSp>
        <p:nvCxnSpPr>
          <p:cNvPr id="690" name="Google Shape;690;p52"/>
          <p:cNvCxnSpPr/>
          <p:nvPr/>
        </p:nvCxnSpPr>
        <p:spPr>
          <a:xfrm>
            <a:off x="521133" y="1604660"/>
            <a:ext cx="1133590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miter lim="0"/>
            <a:headEnd len="sm" w="sm" type="none"/>
            <a:tailEnd len="sm" w="sm" type="none"/>
          </a:ln>
        </p:spPr>
      </p:cxnSp>
      <p:cxnSp>
        <p:nvCxnSpPr>
          <p:cNvPr id="691" name="Google Shape;691;p52"/>
          <p:cNvCxnSpPr/>
          <p:nvPr/>
        </p:nvCxnSpPr>
        <p:spPr>
          <a:xfrm>
            <a:off x="521133" y="2465535"/>
            <a:ext cx="1133590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miter lim="0"/>
            <a:headEnd len="sm" w="sm" type="none"/>
            <a:tailEnd len="sm" w="sm" type="none"/>
          </a:ln>
        </p:spPr>
      </p:cxnSp>
      <p:cxnSp>
        <p:nvCxnSpPr>
          <p:cNvPr id="692" name="Google Shape;692;p52"/>
          <p:cNvCxnSpPr/>
          <p:nvPr/>
        </p:nvCxnSpPr>
        <p:spPr>
          <a:xfrm>
            <a:off x="521133" y="3342865"/>
            <a:ext cx="1133590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miter lim="0"/>
            <a:headEnd len="sm" w="sm" type="none"/>
            <a:tailEnd len="sm" w="sm" type="none"/>
          </a:ln>
        </p:spPr>
      </p:cxnSp>
      <p:cxnSp>
        <p:nvCxnSpPr>
          <p:cNvPr id="693" name="Google Shape;693;p52"/>
          <p:cNvCxnSpPr/>
          <p:nvPr/>
        </p:nvCxnSpPr>
        <p:spPr>
          <a:xfrm>
            <a:off x="521133" y="4183125"/>
            <a:ext cx="1133590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miter lim="0"/>
            <a:headEnd len="sm" w="sm" type="none"/>
            <a:tailEnd len="sm" w="sm" type="none"/>
          </a:ln>
        </p:spPr>
      </p:cxnSp>
      <p:cxnSp>
        <p:nvCxnSpPr>
          <p:cNvPr id="694" name="Google Shape;694;p52"/>
          <p:cNvCxnSpPr/>
          <p:nvPr/>
        </p:nvCxnSpPr>
        <p:spPr>
          <a:xfrm>
            <a:off x="521133" y="5048098"/>
            <a:ext cx="1133590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miter lim="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