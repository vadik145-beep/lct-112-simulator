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365" r:id="rId2"/>
    <p:sldId id="366" r:id="rId3"/>
    <p:sldId id="362" r:id="rId4"/>
    <p:sldId id="364" r:id="rId5"/>
    <p:sldId id="375" r:id="rId6"/>
    <p:sldId id="268" r:id="rId7"/>
    <p:sldId id="371" r:id="rId8"/>
    <p:sldId id="370" r:id="rId9"/>
    <p:sldId id="262" r:id="rId10"/>
    <p:sldId id="374" r:id="rId11"/>
    <p:sldId id="260" r:id="rId12"/>
    <p:sldId id="2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268"/>
            <p14:sldId id="371"/>
            <p14:sldId id="370"/>
            <p14:sldId id="262"/>
            <p14:sldId id="374"/>
            <p14:sldId id="260"/>
            <p14:sldId id="269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06" d="100"/>
          <a:sy n="106" d="100"/>
        </p:scale>
        <p:origin x="702" y="10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25.09.2026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25.09.2026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25.09.2026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25.09.2026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25.09.2026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25.09.2026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25.09.2026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25.09.2026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image" Target="../media/image10.jpg"/><Relationship Id="rId7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lstStyle/>
          <a:p>
            <a:endParaRPr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fontScale="85000" lnSpcReduction="10000"/>
          </a:bodyPr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tand-06-journal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5000" b="29700"/>
          <a:stretch>
            <a:fillRect/>
          </a:stretch>
        </p:blipFill>
        <p:spPr>
          <a:xfrm>
            <a:off x="0" y="338328"/>
            <a:ext cx="6455664" cy="2633472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Работает без интернета, на обычном сервере без видеокарты.</a:t>
            </a:r>
          </a:p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Учит по настоящим правилам 112: классификатор, статусы, памятка.</a:t>
            </a:r>
          </a:p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Показывает, кто готов к аттестации, и доказывает, что прогнозу можно верить.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b="1" dirty="0" sz="160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b="1" dirty="0" sz="160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b="1" dirty="0" sz="160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b="1" dirty="0" sz="160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b="1" dirty="0" sz="160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Тренажёр диспетчера ДДС-112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Тренажёр рабочего места диспетчера службы 112.</a:t>
            </a:r>
          </a:p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Обучающийся принимает вызов или карточку, работает в норматив, звонит в службы.</a:t>
            </a:r>
          </a:p>
          <a:p>
            <a:pPr marL="0" indent="0">
              <a:lnSpc>
                <a:spcPct val="100000"/>
              </a:lnSpc>
              <a:spcAft>
                <a:spcPts val="800"/>
              </a:spcAft>
              <a:buFont typeface="Wingdings" pitchFamily="2" charset="2"/>
              <a:buNone/>
            </a:pPr>
            <a:r>
              <a:rPr lang="ru-RU" sz="1600" dirty="0">
                <a:solidFill>
                  <a:schemeClr val="tx1"/>
                </a:solidFill>
              </a:rPr>
              <a:t>Система проверяет каждое действие и объясняет оценку.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03467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0695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+7 902 851-14-49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0695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  <a:p>
            <a:pPr marL="0" indent="0">
              <a:buNone/>
            </a:pP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72935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0164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+7 982 598 4915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0163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pic>
        <p:nvPicPr>
          <p:cNvPr id="59" name="Picture 58" descr="konstantin-fi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3988" y="1816100"/>
            <a:ext cx="1724025" cy="1552575"/>
          </a:xfrm>
          <a:prstGeom prst="rect">
            <a:avLst/>
          </a:prstGeom>
        </p:spPr>
      </p:pic>
      <p:pic>
        <p:nvPicPr>
          <p:cNvPr id="60" name="Picture 59" descr="vadim-fi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9017" y="1732616"/>
            <a:ext cx="1724025" cy="154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Сложнее всего было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 Перестроили за день.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Веб-приложение в закрытом контуре: интерфейс, сервер, база, телефония Asterisk.</a:t>
            </a: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Модели работают на месте, адрес модели задаётся настройкой.</a:t>
            </a: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Оценка это набор правил: каждый балл объясняется словами памятки заказчика.</a:t>
            </a: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Разворачивается одной командой, переносится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Нужен службам, подключённым к 112, и учебным центрам.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Подготовка новичков,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Дальше: вход через каталог учётных записей, аттестация с протоколом,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lang="ru-RU" sz="1500" dirty="0">
                <a:solidFill>
                  <a:schemeClr val="tx1"/>
                </a:solidFill>
              </a:rPr>
              <a:t>свободный диалог на сервере с видеокартой.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ru-RU" sz="15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ru-RU" sz="15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Сотни служб подключены к системе 112.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Карточка уходит в ту, что отвечает за этот адрес.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На приём карточки 30 секунд.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Не успел, и она уходит в отметку «не оповещено».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Тренажёра нет.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Учат на живых вызовах, где ошибка это время приезда помощи.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карточку в норматив и ведёт статусы.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Звонит в службы, принимает доклады бригады.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Оператор 112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звонок и ведёт опрос.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Заполняет карточку, выбирает службы.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Ведёт занятия, видит группу вживую.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Получает отчёты и прогноз.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Пользователи и состояние сервисов.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Журнал аудита, резервные копии.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УСТРОЕНО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Браузер: рабочее место АРМ-112 и телефон.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Сервер: занятия, карточки, оценка, отчёты.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Модели внутри контура: диалог, распознавание речи, синтез, грамотность.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Телефония: звонки заявителя, служб и бригады, запись разговоров.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Данные заказчика: классификатор, памятка, 96 учебных билетов.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Балл раскладывается на составляющие.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Каждая ошибка названа словами памятки заказчика.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Преподаватель может изменить итог, указав причину.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Подсчёт проверен независимо: 12 живых звонков, 408 сверок, расхождений нет.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Решение: принять или отклонить, и обоснование отказа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Время: первичный статус против норматива 30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Цепочка статусов: начало реагирования, прибытие,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Звонки в службы: что передано дежурному и что упущено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Комментарии и грамотность: полнота записей и ошибки в тексте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Заявитель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Говорит только утверждённые преподавателем реплики.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Точность выбора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Ответ текстом 0,9 секунды, голосом 1,7 секунды.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Адрес модели задаётся настройкой.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Можно вынести на сервер с видеокартой.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11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Статусы реагирования и виды типичных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Ситуации заказчика распознаны и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174 пункта в таблице: 155 выполнено, по каждому указано, где и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100 пользователей: отклик 1,8 секунды. 20 занятий одновременно.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10F53"/>
                </a:solidFill>
              </a:rPr>
              <a:t>Проверка расчётов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 живых звонков и 408 проверок подсчёта баллов без единого расхождения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tand-07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8453" r="8453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Адрес и демонстрационные логины в форме сдачи. Логины показаны прямо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Открытый код, запуск одной командой, документация и маршрут проверки за 10 минут в docs/EXPERT_GUIDE.md.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Видео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Трёхминутная запись работы: звонок, карточка, оценка, аналитика. Ссылка в дополнительных материалах.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11058</TotalTime>
  <Words>1200</Words>
  <Application>Microsoft Office PowerPoint</Application>
  <PresentationFormat>Широкоэкранный</PresentationFormat>
  <Paragraphs>137</Paragraphs>
  <Slides>12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Montserrat</vt:lpstr>
      <vt:lpstr>Wingdings</vt:lpstr>
      <vt:lpstr>Для Академия инноваторов 16_9</vt:lpstr>
      <vt:lpstr>Ультратех</vt:lpstr>
      <vt:lpstr>Тренажёр диспетчера ДДС-112</vt:lpstr>
      <vt:lpstr>Состав команды</vt:lpstr>
      <vt:lpstr>О команде</vt:lpstr>
      <vt:lpstr>КОРОТКО О РЕШЕНИИ</vt:lpstr>
      <vt:lpstr>ПРОБЛЕМА</vt:lpstr>
      <vt:lpstr>ЧТО УМЕЕТ</vt:lpstr>
      <vt:lpstr>КАК УСТРОЕНО</vt:lpstr>
      <vt:lpstr>ОЦЕНКА</vt:lpstr>
      <vt:lpstr>ИИ БЕЗ ОБЛАКА</vt:lpstr>
      <vt:lpstr>ЧТО ПРОВЕРЕНО</vt:lpstr>
      <vt:lpstr>ГДЕ ПОСМОТРЕТЬ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Константин Цыганков</cp:lastModifiedBy>
  <cp:revision>97</cp:revision>
  <dcterms:created xsi:type="dcterms:W3CDTF">2023-05-15T07:36:23Z</dcterms:created>
  <dcterms:modified xsi:type="dcterms:W3CDTF">2026-09-25T19:20:00Z</dcterms:modified>
</cp:coreProperties>
</file>